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1"/>
  </p:sldMasterIdLst>
  <p:sldIdLst>
    <p:sldId id="257" r:id="rId2"/>
    <p:sldId id="258" r:id="rId3"/>
    <p:sldId id="259" r:id="rId4"/>
    <p:sldId id="260" r:id="rId5"/>
    <p:sldId id="261" r:id="rId6"/>
    <p:sldId id="264" r:id="rId7"/>
    <p:sldId id="262" r:id="rId8"/>
    <p:sldId id="263"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54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AC8716-2BCA-4454-A28D-CAE1091AF77D}" v="30" dt="2026-07-09T11:34:53.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1" d="100"/>
          <a:sy n="81" d="100"/>
        </p:scale>
        <p:origin x="-86"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ika shinde" userId="392f8b4aa482abe3" providerId="LiveId" clId="{95D9D666-1D89-42E6-99B1-49B2CA3F2B28}"/>
    <pc:docChg chg="undo redo custSel addSld delSld modSld sldOrd">
      <pc:chgData name="rasika shinde" userId="392f8b4aa482abe3" providerId="LiveId" clId="{95D9D666-1D89-42E6-99B1-49B2CA3F2B28}" dt="2026-07-09T11:39:45.076" v="1611" actId="1076"/>
      <pc:docMkLst>
        <pc:docMk/>
      </pc:docMkLst>
      <pc:sldChg chg="modSp del">
        <pc:chgData name="rasika shinde" userId="392f8b4aa482abe3" providerId="LiveId" clId="{95D9D666-1D89-42E6-99B1-49B2CA3F2B28}" dt="2026-07-09T11:20:22.959" v="1000" actId="47"/>
        <pc:sldMkLst>
          <pc:docMk/>
          <pc:sldMk cId="1144004515" sldId="256"/>
        </pc:sldMkLst>
        <pc:spChg chg="mod">
          <ac:chgData name="rasika shinde" userId="392f8b4aa482abe3" providerId="LiveId" clId="{95D9D666-1D89-42E6-99B1-49B2CA3F2B28}" dt="2026-07-09T10:37:25.889" v="345"/>
          <ac:spMkLst>
            <pc:docMk/>
            <pc:sldMk cId="1144004515" sldId="256"/>
            <ac:spMk id="2" creationId="{425BE699-D7D9-F091-FB3A-921A26D5996C}"/>
          </ac:spMkLst>
        </pc:spChg>
        <pc:spChg chg="mod">
          <ac:chgData name="rasika shinde" userId="392f8b4aa482abe3" providerId="LiveId" clId="{95D9D666-1D89-42E6-99B1-49B2CA3F2B28}" dt="2026-07-09T10:37:25.889" v="345"/>
          <ac:spMkLst>
            <pc:docMk/>
            <pc:sldMk cId="1144004515" sldId="256"/>
            <ac:spMk id="3" creationId="{D2A9EFE0-6D4D-56AA-B2DD-25F1775B9964}"/>
          </ac:spMkLst>
        </pc:spChg>
      </pc:sldChg>
      <pc:sldChg chg="addSp delSp modSp mod">
        <pc:chgData name="rasika shinde" userId="392f8b4aa482abe3" providerId="LiveId" clId="{95D9D666-1D89-42E6-99B1-49B2CA3F2B28}" dt="2026-07-09T11:15:08.586" v="960" actId="20577"/>
        <pc:sldMkLst>
          <pc:docMk/>
          <pc:sldMk cId="35921346" sldId="257"/>
        </pc:sldMkLst>
        <pc:spChg chg="del mod">
          <ac:chgData name="rasika shinde" userId="392f8b4aa482abe3" providerId="LiveId" clId="{95D9D666-1D89-42E6-99B1-49B2CA3F2B28}" dt="2026-07-09T10:32:37.601" v="1" actId="22"/>
          <ac:spMkLst>
            <pc:docMk/>
            <pc:sldMk cId="35921346" sldId="257"/>
            <ac:spMk id="2" creationId="{FF09D5EB-D546-D827-BA3E-C575E6BDD9D0}"/>
          </ac:spMkLst>
        </pc:spChg>
        <pc:spChg chg="mod">
          <ac:chgData name="rasika shinde" userId="392f8b4aa482abe3" providerId="LiveId" clId="{95D9D666-1D89-42E6-99B1-49B2CA3F2B28}" dt="2026-07-09T11:15:08.586" v="960" actId="20577"/>
          <ac:spMkLst>
            <pc:docMk/>
            <pc:sldMk cId="35921346" sldId="257"/>
            <ac:spMk id="3" creationId="{BB9A9A54-BF4B-C82C-1D3A-5F1C6819788B}"/>
          </ac:spMkLst>
        </pc:spChg>
        <pc:spChg chg="add mod">
          <ac:chgData name="rasika shinde" userId="392f8b4aa482abe3" providerId="LiveId" clId="{95D9D666-1D89-42E6-99B1-49B2CA3F2B28}" dt="2026-07-09T10:38:26.309" v="409" actId="1076"/>
          <ac:spMkLst>
            <pc:docMk/>
            <pc:sldMk cId="35921346" sldId="257"/>
            <ac:spMk id="5" creationId="{8CB26E62-0C2D-3DF5-59BC-C02CDD0B5C18}"/>
          </ac:spMkLst>
        </pc:spChg>
        <pc:spChg chg="add mod">
          <ac:chgData name="rasika shinde" userId="392f8b4aa482abe3" providerId="LiveId" clId="{95D9D666-1D89-42E6-99B1-49B2CA3F2B28}" dt="2026-07-09T10:41:38.996" v="438" actId="207"/>
          <ac:spMkLst>
            <pc:docMk/>
            <pc:sldMk cId="35921346" sldId="257"/>
            <ac:spMk id="6" creationId="{5DB2C8BD-5731-97AA-C839-EE8324944ACB}"/>
          </ac:spMkLst>
        </pc:spChg>
      </pc:sldChg>
      <pc:sldChg chg="addSp modSp mod">
        <pc:chgData name="rasika shinde" userId="392f8b4aa482abe3" providerId="LiveId" clId="{95D9D666-1D89-42E6-99B1-49B2CA3F2B28}" dt="2026-07-09T10:45:48.637" v="463" actId="1076"/>
        <pc:sldMkLst>
          <pc:docMk/>
          <pc:sldMk cId="4103905641" sldId="258"/>
        </pc:sldMkLst>
        <pc:spChg chg="add mod">
          <ac:chgData name="rasika shinde" userId="392f8b4aa482abe3" providerId="LiveId" clId="{95D9D666-1D89-42E6-99B1-49B2CA3F2B28}" dt="2026-07-09T10:45:48.637" v="463" actId="1076"/>
          <ac:spMkLst>
            <pc:docMk/>
            <pc:sldMk cId="4103905641" sldId="258"/>
            <ac:spMk id="2" creationId="{1613DDF5-08FF-9460-C12E-EEC0D7CEFCF9}"/>
          </ac:spMkLst>
        </pc:spChg>
        <pc:spChg chg="add mod">
          <ac:chgData name="rasika shinde" userId="392f8b4aa482abe3" providerId="LiveId" clId="{95D9D666-1D89-42E6-99B1-49B2CA3F2B28}" dt="2026-07-09T10:45:40.876" v="462" actId="1076"/>
          <ac:spMkLst>
            <pc:docMk/>
            <pc:sldMk cId="4103905641" sldId="258"/>
            <ac:spMk id="4" creationId="{C871F87C-9924-4816-2D9F-2DCE3EC4C1F1}"/>
          </ac:spMkLst>
        </pc:spChg>
      </pc:sldChg>
      <pc:sldChg chg="new del">
        <pc:chgData name="rasika shinde" userId="392f8b4aa482abe3" providerId="LiveId" clId="{95D9D666-1D89-42E6-99B1-49B2CA3F2B28}" dt="2026-07-09T10:42:06.447" v="442" actId="47"/>
        <pc:sldMkLst>
          <pc:docMk/>
          <pc:sldMk cId="2508829050" sldId="259"/>
        </pc:sldMkLst>
      </pc:sldChg>
      <pc:sldChg chg="modSp new mod">
        <pc:chgData name="rasika shinde" userId="392f8b4aa482abe3" providerId="LiveId" clId="{95D9D666-1D89-42E6-99B1-49B2CA3F2B28}" dt="2026-07-09T11:02:28.944" v="816" actId="1076"/>
        <pc:sldMkLst>
          <pc:docMk/>
          <pc:sldMk cId="3540825497" sldId="259"/>
        </pc:sldMkLst>
        <pc:spChg chg="mod">
          <ac:chgData name="rasika shinde" userId="392f8b4aa482abe3" providerId="LiveId" clId="{95D9D666-1D89-42E6-99B1-49B2CA3F2B28}" dt="2026-07-09T10:52:41.033" v="610" actId="1076"/>
          <ac:spMkLst>
            <pc:docMk/>
            <pc:sldMk cId="3540825497" sldId="259"/>
            <ac:spMk id="2" creationId="{0FAAE555-B4F7-E92E-8ECB-B7B888846B81}"/>
          </ac:spMkLst>
        </pc:spChg>
        <pc:spChg chg="mod">
          <ac:chgData name="rasika shinde" userId="392f8b4aa482abe3" providerId="LiveId" clId="{95D9D666-1D89-42E6-99B1-49B2CA3F2B28}" dt="2026-07-09T11:02:28.944" v="816" actId="1076"/>
          <ac:spMkLst>
            <pc:docMk/>
            <pc:sldMk cId="3540825497" sldId="259"/>
            <ac:spMk id="3" creationId="{DF4125DF-1DF8-7597-23D7-9C90540C2FE0}"/>
          </ac:spMkLst>
        </pc:spChg>
      </pc:sldChg>
      <pc:sldChg chg="modSp new mod">
        <pc:chgData name="rasika shinde" userId="392f8b4aa482abe3" providerId="LiveId" clId="{95D9D666-1D89-42E6-99B1-49B2CA3F2B28}" dt="2026-07-09T10:59:28.477" v="685" actId="1076"/>
        <pc:sldMkLst>
          <pc:docMk/>
          <pc:sldMk cId="527779401" sldId="260"/>
        </pc:sldMkLst>
        <pc:spChg chg="mod">
          <ac:chgData name="rasika shinde" userId="392f8b4aa482abe3" providerId="LiveId" clId="{95D9D666-1D89-42E6-99B1-49B2CA3F2B28}" dt="2026-07-09T10:59:28.477" v="685" actId="1076"/>
          <ac:spMkLst>
            <pc:docMk/>
            <pc:sldMk cId="527779401" sldId="260"/>
            <ac:spMk id="2" creationId="{53812417-4DAF-DC44-54D0-B8ABBB4487FC}"/>
          </ac:spMkLst>
        </pc:spChg>
        <pc:spChg chg="mod">
          <ac:chgData name="rasika shinde" userId="392f8b4aa482abe3" providerId="LiveId" clId="{95D9D666-1D89-42E6-99B1-49B2CA3F2B28}" dt="2026-07-09T10:59:21.280" v="684" actId="1076"/>
          <ac:spMkLst>
            <pc:docMk/>
            <pc:sldMk cId="527779401" sldId="260"/>
            <ac:spMk id="3" creationId="{4F46EA01-E72C-D2F7-76E9-A2E832EFFD8B}"/>
          </ac:spMkLst>
        </pc:spChg>
      </pc:sldChg>
      <pc:sldChg chg="new del">
        <pc:chgData name="rasika shinde" userId="392f8b4aa482abe3" providerId="LiveId" clId="{95D9D666-1D89-42E6-99B1-49B2CA3F2B28}" dt="2026-07-09T10:53:08.659" v="624" actId="680"/>
        <pc:sldMkLst>
          <pc:docMk/>
          <pc:sldMk cId="2050370940" sldId="260"/>
        </pc:sldMkLst>
      </pc:sldChg>
      <pc:sldChg chg="addSp delSp modSp new mod ord">
        <pc:chgData name="rasika shinde" userId="392f8b4aa482abe3" providerId="LiveId" clId="{95D9D666-1D89-42E6-99B1-49B2CA3F2B28}" dt="2026-07-09T11:16:16.370" v="965"/>
        <pc:sldMkLst>
          <pc:docMk/>
          <pc:sldMk cId="505814994" sldId="261"/>
        </pc:sldMkLst>
        <pc:spChg chg="del">
          <ac:chgData name="rasika shinde" userId="392f8b4aa482abe3" providerId="LiveId" clId="{95D9D666-1D89-42E6-99B1-49B2CA3F2B28}" dt="2026-07-09T11:04:46.747" v="817" actId="22"/>
          <ac:spMkLst>
            <pc:docMk/>
            <pc:sldMk cId="505814994" sldId="261"/>
            <ac:spMk id="2" creationId="{378180F6-74B8-2553-1778-9A6BBC5FCAD5}"/>
          </ac:spMkLst>
        </pc:spChg>
        <pc:spChg chg="mod">
          <ac:chgData name="rasika shinde" userId="392f8b4aa482abe3" providerId="LiveId" clId="{95D9D666-1D89-42E6-99B1-49B2CA3F2B28}" dt="2026-07-09T11:16:12.822" v="963" actId="404"/>
          <ac:spMkLst>
            <pc:docMk/>
            <pc:sldMk cId="505814994" sldId="261"/>
            <ac:spMk id="3" creationId="{9429A8F4-500D-2D2B-AA91-DB5577752842}"/>
          </ac:spMkLst>
        </pc:spChg>
        <pc:spChg chg="add mod">
          <ac:chgData name="rasika shinde" userId="392f8b4aa482abe3" providerId="LiveId" clId="{95D9D666-1D89-42E6-99B1-49B2CA3F2B28}" dt="2026-07-09T11:07:08.270" v="848" actId="1076"/>
          <ac:spMkLst>
            <pc:docMk/>
            <pc:sldMk cId="505814994" sldId="261"/>
            <ac:spMk id="5" creationId="{9CB99DAC-1F65-E181-EBF4-205FFDF79B58}"/>
          </ac:spMkLst>
        </pc:spChg>
      </pc:sldChg>
      <pc:sldChg chg="modSp new mod">
        <pc:chgData name="rasika shinde" userId="392f8b4aa482abe3" providerId="LiveId" clId="{95D9D666-1D89-42E6-99B1-49B2CA3F2B28}" dt="2026-07-09T11:14:35.486" v="957" actId="20577"/>
        <pc:sldMkLst>
          <pc:docMk/>
          <pc:sldMk cId="2745811289" sldId="262"/>
        </pc:sldMkLst>
        <pc:spChg chg="mod">
          <ac:chgData name="rasika shinde" userId="392f8b4aa482abe3" providerId="LiveId" clId="{95D9D666-1D89-42E6-99B1-49B2CA3F2B28}" dt="2026-07-09T11:11:09.585" v="903" actId="1076"/>
          <ac:spMkLst>
            <pc:docMk/>
            <pc:sldMk cId="2745811289" sldId="262"/>
            <ac:spMk id="2" creationId="{339F2B97-2689-20FA-991F-9DF5364BA41C}"/>
          </ac:spMkLst>
        </pc:spChg>
        <pc:spChg chg="mod">
          <ac:chgData name="rasika shinde" userId="392f8b4aa482abe3" providerId="LiveId" clId="{95D9D666-1D89-42E6-99B1-49B2CA3F2B28}" dt="2026-07-09T11:14:35.486" v="957" actId="20577"/>
          <ac:spMkLst>
            <pc:docMk/>
            <pc:sldMk cId="2745811289" sldId="262"/>
            <ac:spMk id="3" creationId="{9EC47740-760A-C84C-5C23-2B6B7A182401}"/>
          </ac:spMkLst>
        </pc:spChg>
      </pc:sldChg>
      <pc:sldChg chg="modSp new mod">
        <pc:chgData name="rasika shinde" userId="392f8b4aa482abe3" providerId="LiveId" clId="{95D9D666-1D89-42E6-99B1-49B2CA3F2B28}" dt="2026-07-09T11:19:44.945" v="997" actId="1076"/>
        <pc:sldMkLst>
          <pc:docMk/>
          <pc:sldMk cId="3663761315" sldId="263"/>
        </pc:sldMkLst>
        <pc:spChg chg="mod">
          <ac:chgData name="rasika shinde" userId="392f8b4aa482abe3" providerId="LiveId" clId="{95D9D666-1D89-42E6-99B1-49B2CA3F2B28}" dt="2026-07-09T11:19:44.945" v="997" actId="1076"/>
          <ac:spMkLst>
            <pc:docMk/>
            <pc:sldMk cId="3663761315" sldId="263"/>
            <ac:spMk id="2" creationId="{E42FE0DB-A3F1-1E35-C3BD-74B45A6451FA}"/>
          </ac:spMkLst>
        </pc:spChg>
        <pc:spChg chg="mod">
          <ac:chgData name="rasika shinde" userId="392f8b4aa482abe3" providerId="LiveId" clId="{95D9D666-1D89-42E6-99B1-49B2CA3F2B28}" dt="2026-07-09T11:19:32.861" v="996" actId="20577"/>
          <ac:spMkLst>
            <pc:docMk/>
            <pc:sldMk cId="3663761315" sldId="263"/>
            <ac:spMk id="3" creationId="{481AB2F4-907D-D4D4-8386-FF319CF993CF}"/>
          </ac:spMkLst>
        </pc:spChg>
      </pc:sldChg>
      <pc:sldChg chg="addSp delSp modSp new mod ord">
        <pc:chgData name="rasika shinde" userId="392f8b4aa482abe3" providerId="LiveId" clId="{95D9D666-1D89-42E6-99B1-49B2CA3F2B28}" dt="2026-07-09T11:30:17.100" v="1107" actId="12"/>
        <pc:sldMkLst>
          <pc:docMk/>
          <pc:sldMk cId="3575198289" sldId="264"/>
        </pc:sldMkLst>
        <pc:spChg chg="add del">
          <ac:chgData name="rasika shinde" userId="392f8b4aa482abe3" providerId="LiveId" clId="{95D9D666-1D89-42E6-99B1-49B2CA3F2B28}" dt="2026-07-09T11:24:43.865" v="1020" actId="22"/>
          <ac:spMkLst>
            <pc:docMk/>
            <pc:sldMk cId="3575198289" sldId="264"/>
            <ac:spMk id="2" creationId="{E5CDFA3C-4229-C202-C97E-88A24E2CAD04}"/>
          </ac:spMkLst>
        </pc:spChg>
        <pc:spChg chg="add del">
          <ac:chgData name="rasika shinde" userId="392f8b4aa482abe3" providerId="LiveId" clId="{95D9D666-1D89-42E6-99B1-49B2CA3F2B28}" dt="2026-07-09T11:25:03.415" v="1030" actId="478"/>
          <ac:spMkLst>
            <pc:docMk/>
            <pc:sldMk cId="3575198289" sldId="264"/>
            <ac:spMk id="3" creationId="{C9C7BDE4-42F4-C22B-C4EE-2F1B3A3DE150}"/>
          </ac:spMkLst>
        </pc:spChg>
        <pc:spChg chg="add mod">
          <ac:chgData name="rasika shinde" userId="392f8b4aa482abe3" providerId="LiveId" clId="{95D9D666-1D89-42E6-99B1-49B2CA3F2B28}" dt="2026-07-09T11:24:03.176" v="1007" actId="767"/>
          <ac:spMkLst>
            <pc:docMk/>
            <pc:sldMk cId="3575198289" sldId="264"/>
            <ac:spMk id="6" creationId="{473FE71C-AAF6-9010-F349-CDA49675571C}"/>
          </ac:spMkLst>
        </pc:spChg>
        <pc:spChg chg="add del mod">
          <ac:chgData name="rasika shinde" userId="392f8b4aa482abe3" providerId="LiveId" clId="{95D9D666-1D89-42E6-99B1-49B2CA3F2B28}" dt="2026-07-09T11:24:12.207" v="1011" actId="22"/>
          <ac:spMkLst>
            <pc:docMk/>
            <pc:sldMk cId="3575198289" sldId="264"/>
            <ac:spMk id="8" creationId="{747B8DCE-FABC-2DCC-2560-AB9653842153}"/>
          </ac:spMkLst>
        </pc:spChg>
        <pc:spChg chg="add del mod">
          <ac:chgData name="rasika shinde" userId="392f8b4aa482abe3" providerId="LiveId" clId="{95D9D666-1D89-42E6-99B1-49B2CA3F2B28}" dt="2026-07-09T11:24:23.992" v="1018" actId="22"/>
          <ac:spMkLst>
            <pc:docMk/>
            <pc:sldMk cId="3575198289" sldId="264"/>
            <ac:spMk id="10" creationId="{3999D077-C001-2D97-93E3-962889BA4718}"/>
          </ac:spMkLst>
        </pc:spChg>
        <pc:spChg chg="add mod">
          <ac:chgData name="rasika shinde" userId="392f8b4aa482abe3" providerId="LiveId" clId="{95D9D666-1D89-42E6-99B1-49B2CA3F2B28}" dt="2026-07-09T11:28:01.446" v="1070" actId="403"/>
          <ac:spMkLst>
            <pc:docMk/>
            <pc:sldMk cId="3575198289" sldId="264"/>
            <ac:spMk id="12" creationId="{715BD760-AB90-1C8B-613D-99EC627464D5}"/>
          </ac:spMkLst>
        </pc:spChg>
        <pc:spChg chg="add mod">
          <ac:chgData name="rasika shinde" userId="392f8b4aa482abe3" providerId="LiveId" clId="{95D9D666-1D89-42E6-99B1-49B2CA3F2B28}" dt="2026-07-09T11:26:32.911" v="1058" actId="1076"/>
          <ac:spMkLst>
            <pc:docMk/>
            <pc:sldMk cId="3575198289" sldId="264"/>
            <ac:spMk id="16" creationId="{32AD38CF-E0D9-2C8B-ACB5-A83F5AE740FE}"/>
          </ac:spMkLst>
        </pc:spChg>
        <pc:spChg chg="add mod">
          <ac:chgData name="rasika shinde" userId="392f8b4aa482abe3" providerId="LiveId" clId="{95D9D666-1D89-42E6-99B1-49B2CA3F2B28}" dt="2026-07-09T11:26:52.865" v="1061" actId="1076"/>
          <ac:spMkLst>
            <pc:docMk/>
            <pc:sldMk cId="3575198289" sldId="264"/>
            <ac:spMk id="18" creationId="{E6B2B869-44F9-DF31-3586-993834B83DB1}"/>
          </ac:spMkLst>
        </pc:spChg>
        <pc:spChg chg="add mod">
          <ac:chgData name="rasika shinde" userId="392f8b4aa482abe3" providerId="LiveId" clId="{95D9D666-1D89-42E6-99B1-49B2CA3F2B28}" dt="2026-07-09T11:27:18.648" v="1064" actId="1076"/>
          <ac:spMkLst>
            <pc:docMk/>
            <pc:sldMk cId="3575198289" sldId="264"/>
            <ac:spMk id="20" creationId="{E8E028E0-5FAB-F64F-6852-F538BE1F00A8}"/>
          </ac:spMkLst>
        </pc:spChg>
        <pc:spChg chg="add mod">
          <ac:chgData name="rasika shinde" userId="392f8b4aa482abe3" providerId="LiveId" clId="{95D9D666-1D89-42E6-99B1-49B2CA3F2B28}" dt="2026-07-09T11:27:49.460" v="1068" actId="1076"/>
          <ac:spMkLst>
            <pc:docMk/>
            <pc:sldMk cId="3575198289" sldId="264"/>
            <ac:spMk id="22" creationId="{786D4612-836E-4364-DA5D-832D574EE086}"/>
          </ac:spMkLst>
        </pc:spChg>
        <pc:spChg chg="add del mod">
          <ac:chgData name="rasika shinde" userId="392f8b4aa482abe3" providerId="LiveId" clId="{95D9D666-1D89-42E6-99B1-49B2CA3F2B28}" dt="2026-07-09T11:30:17.100" v="1107" actId="12"/>
          <ac:spMkLst>
            <pc:docMk/>
            <pc:sldMk cId="3575198289" sldId="264"/>
            <ac:spMk id="24" creationId="{6A12AC93-767F-07FB-9403-290F31045EEC}"/>
          </ac:spMkLst>
        </pc:spChg>
        <pc:picChg chg="add del mod">
          <ac:chgData name="rasika shinde" userId="392f8b4aa482abe3" providerId="LiveId" clId="{95D9D666-1D89-42E6-99B1-49B2CA3F2B28}" dt="2026-07-09T11:24:13.264" v="1013" actId="22"/>
          <ac:picMkLst>
            <pc:docMk/>
            <pc:sldMk cId="3575198289" sldId="264"/>
            <ac:picMk id="5" creationId="{F8C9EA4B-12B4-AB2A-32B2-F4828545F8A8}"/>
          </ac:picMkLst>
        </pc:picChg>
        <pc:picChg chg="add mod">
          <ac:chgData name="rasika shinde" userId="392f8b4aa482abe3" providerId="LiveId" clId="{95D9D666-1D89-42E6-99B1-49B2CA3F2B28}" dt="2026-07-09T11:26:26.933" v="1057" actId="14100"/>
          <ac:picMkLst>
            <pc:docMk/>
            <pc:sldMk cId="3575198289" sldId="264"/>
            <ac:picMk id="14" creationId="{9782F254-EB30-FE6A-707C-30037BCDF6E1}"/>
          </ac:picMkLst>
        </pc:picChg>
      </pc:sldChg>
      <pc:sldChg chg="modSp new mod">
        <pc:chgData name="rasika shinde" userId="392f8b4aa482abe3" providerId="LiveId" clId="{95D9D666-1D89-42E6-99B1-49B2CA3F2B28}" dt="2026-07-09T11:39:45.076" v="1611" actId="1076"/>
        <pc:sldMkLst>
          <pc:docMk/>
          <pc:sldMk cId="3606043366" sldId="265"/>
        </pc:sldMkLst>
        <pc:spChg chg="mod">
          <ac:chgData name="rasika shinde" userId="392f8b4aa482abe3" providerId="LiveId" clId="{95D9D666-1D89-42E6-99B1-49B2CA3F2B28}" dt="2026-07-09T11:39:45.076" v="1611" actId="1076"/>
          <ac:spMkLst>
            <pc:docMk/>
            <pc:sldMk cId="3606043366" sldId="265"/>
            <ac:spMk id="2" creationId="{DAD0658E-BC4F-31EA-A8B7-7C634CDFC8CB}"/>
          </ac:spMkLst>
        </pc:spChg>
        <pc:spChg chg="mod">
          <ac:chgData name="rasika shinde" userId="392f8b4aa482abe3" providerId="LiveId" clId="{95D9D666-1D89-42E6-99B1-49B2CA3F2B28}" dt="2026-07-09T11:39:39.822" v="1610" actId="1076"/>
          <ac:spMkLst>
            <pc:docMk/>
            <pc:sldMk cId="3606043366" sldId="265"/>
            <ac:spMk id="3" creationId="{39081653-2422-9F70-438C-5E83BB9B49C8}"/>
          </ac:spMkLst>
        </pc:spChg>
      </pc:sldChg>
      <pc:sldChg chg="addSp delSp modSp new mod ord">
        <pc:chgData name="rasika shinde" userId="392f8b4aa482abe3" providerId="LiveId" clId="{95D9D666-1D89-42E6-99B1-49B2CA3F2B28}" dt="2026-07-09T11:39:33.150" v="1609"/>
        <pc:sldMkLst>
          <pc:docMk/>
          <pc:sldMk cId="73328853" sldId="266"/>
        </pc:sldMkLst>
        <pc:spChg chg="mod">
          <ac:chgData name="rasika shinde" userId="392f8b4aa482abe3" providerId="LiveId" clId="{95D9D666-1D89-42E6-99B1-49B2CA3F2B28}" dt="2026-07-09T11:39:28.450" v="1607" actId="1076"/>
          <ac:spMkLst>
            <pc:docMk/>
            <pc:sldMk cId="73328853" sldId="266"/>
            <ac:spMk id="2" creationId="{E42F45D9-09A7-C46C-2B51-DDF902374F60}"/>
          </ac:spMkLst>
        </pc:spChg>
        <pc:spChg chg="mod">
          <ac:chgData name="rasika shinde" userId="392f8b4aa482abe3" providerId="LiveId" clId="{95D9D666-1D89-42E6-99B1-49B2CA3F2B28}" dt="2026-07-09T11:37:18.325" v="1209" actId="1076"/>
          <ac:spMkLst>
            <pc:docMk/>
            <pc:sldMk cId="73328853" sldId="266"/>
            <ac:spMk id="3" creationId="{468CFE48-3A33-067B-3936-A1BFE8E9D7A7}"/>
          </ac:spMkLst>
        </pc:spChg>
        <pc:picChg chg="add del mod">
          <ac:chgData name="rasika shinde" userId="392f8b4aa482abe3" providerId="LiveId" clId="{95D9D666-1D89-42E6-99B1-49B2CA3F2B28}" dt="2026-07-09T11:36:46.850" v="1203" actId="478"/>
          <ac:picMkLst>
            <pc:docMk/>
            <pc:sldMk cId="73328853" sldId="266"/>
            <ac:picMk id="5" creationId="{2010E54A-4810-3D29-F2D1-B3AD9E4D1F8C}"/>
          </ac:picMkLst>
        </pc:picChg>
        <pc:picChg chg="add mod">
          <ac:chgData name="rasika shinde" userId="392f8b4aa482abe3" providerId="LiveId" clId="{95D9D666-1D89-42E6-99B1-49B2CA3F2B28}" dt="2026-07-09T11:37:32.856" v="1212" actId="1036"/>
          <ac:picMkLst>
            <pc:docMk/>
            <pc:sldMk cId="73328853" sldId="266"/>
            <ac:picMk id="7" creationId="{F1563A5C-6031-FA3B-6552-F9909A11B2DA}"/>
          </ac:picMkLst>
        </pc:picChg>
        <pc:picChg chg="add del">
          <ac:chgData name="rasika shinde" userId="392f8b4aa482abe3" providerId="LiveId" clId="{95D9D666-1D89-42E6-99B1-49B2CA3F2B28}" dt="2026-07-09T11:36:52.600" v="1205" actId="478"/>
          <ac:picMkLst>
            <pc:docMk/>
            <pc:sldMk cId="73328853" sldId="266"/>
            <ac:picMk id="9" creationId="{AF7345D4-0075-3465-8FCE-3702A9EA6B21}"/>
          </ac:picMkLst>
        </pc:picChg>
        <pc:picChg chg="add del">
          <ac:chgData name="rasika shinde" userId="392f8b4aa482abe3" providerId="LiveId" clId="{95D9D666-1D89-42E6-99B1-49B2CA3F2B28}" dt="2026-07-09T11:36:49.831" v="1204" actId="478"/>
          <ac:picMkLst>
            <pc:docMk/>
            <pc:sldMk cId="73328853" sldId="266"/>
            <ac:picMk id="11" creationId="{3AB9E19E-21B1-2CB9-3E1C-B82A71EB8D78}"/>
          </ac:picMkLst>
        </pc:picChg>
        <pc:picChg chg="add del">
          <ac:chgData name="rasika shinde" userId="392f8b4aa482abe3" providerId="LiveId" clId="{95D9D666-1D89-42E6-99B1-49B2CA3F2B28}" dt="2026-07-09T11:36:55.401" v="1206" actId="478"/>
          <ac:picMkLst>
            <pc:docMk/>
            <pc:sldMk cId="73328853" sldId="266"/>
            <ac:picMk id="13" creationId="{DB585574-E4BF-22AA-87D0-47FE871C7B9C}"/>
          </ac:picMkLst>
        </pc:picChg>
        <pc:picChg chg="add mod">
          <ac:chgData name="rasika shinde" userId="392f8b4aa482abe3" providerId="LiveId" clId="{95D9D666-1D89-42E6-99B1-49B2CA3F2B28}" dt="2026-07-09T11:38:18.037" v="1376" actId="1036"/>
          <ac:picMkLst>
            <pc:docMk/>
            <pc:sldMk cId="73328853" sldId="266"/>
            <ac:picMk id="15" creationId="{F463FFB8-95FD-9A97-07C5-081370F1DC86}"/>
          </ac:picMkLst>
        </pc:picChg>
        <pc:picChg chg="add mod">
          <ac:chgData name="rasika shinde" userId="392f8b4aa482abe3" providerId="LiveId" clId="{95D9D666-1D89-42E6-99B1-49B2CA3F2B28}" dt="2026-07-09T11:38:35.685" v="1449" actId="1035"/>
          <ac:picMkLst>
            <pc:docMk/>
            <pc:sldMk cId="73328853" sldId="266"/>
            <ac:picMk id="17" creationId="{092F61A2-36D6-4B33-6A01-E55E010AC844}"/>
          </ac:picMkLst>
        </pc:picChg>
        <pc:picChg chg="add mod">
          <ac:chgData name="rasika shinde" userId="392f8b4aa482abe3" providerId="LiveId" clId="{95D9D666-1D89-42E6-99B1-49B2CA3F2B28}" dt="2026-07-09T11:38:58.259" v="1522" actId="1035"/>
          <ac:picMkLst>
            <pc:docMk/>
            <pc:sldMk cId="73328853" sldId="266"/>
            <ac:picMk id="19" creationId="{38584C2A-E693-2ADF-E502-4F9D85B20BD3}"/>
          </ac:picMkLst>
        </pc:picChg>
        <pc:picChg chg="add mod">
          <ac:chgData name="rasika shinde" userId="392f8b4aa482abe3" providerId="LiveId" clId="{95D9D666-1D89-42E6-99B1-49B2CA3F2B28}" dt="2026-07-09T11:39:15.749" v="1606" actId="1035"/>
          <ac:picMkLst>
            <pc:docMk/>
            <pc:sldMk cId="73328853" sldId="266"/>
            <ac:picMk id="21" creationId="{84C7076A-C659-A1A1-7113-085EDCF3D34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3766570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779461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4109776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E0C082-43CA-4E43-8E49-A6798B05D20D}"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3544200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E0C082-43CA-4E43-8E49-A6798B05D20D}" type="datetimeFigureOut">
              <a:rPr lang="en-IN" smtClean="0"/>
              <a:t>09-07-2026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24321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E0C082-43CA-4E43-8E49-A6798B05D20D}" type="datetimeFigureOut">
              <a:rPr lang="en-IN" smtClean="0"/>
              <a:t>09-07-2026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2283596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E0C082-43CA-4E43-8E49-A6798B05D20D}" type="datetimeFigureOut">
              <a:rPr lang="en-IN" smtClean="0"/>
              <a:t>09-07-2026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3279004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E0C082-43CA-4E43-8E49-A6798B05D20D}"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2240794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D3435-09F7-4F00-B3D2-B87E3BBF2AB9}" type="slidenum">
              <a:rPr lang="en-IN" smtClean="0"/>
              <a:t>‹#›</a:t>
            </a:fld>
            <a:endParaRPr lang="en-IN"/>
          </a:p>
        </p:txBody>
      </p:sp>
      <p:sp>
        <p:nvSpPr>
          <p:cNvPr id="5" name="Date Placeholder 4"/>
          <p:cNvSpPr>
            <a:spLocks noGrp="1"/>
          </p:cNvSpPr>
          <p:nvPr>
            <p:ph type="dt" sz="half" idx="10"/>
          </p:nvPr>
        </p:nvSpPr>
        <p:spPr/>
        <p:txBody>
          <a:bodyPr/>
          <a:lstStyle/>
          <a:p>
            <a:fld id="{5CE0C082-43CA-4E43-8E49-A6798B05D20D}" type="datetimeFigureOut">
              <a:rPr lang="en-IN" smtClean="0"/>
              <a:t>09-07-2026</a:t>
            </a:fld>
            <a:endParaRPr lang="en-IN"/>
          </a:p>
        </p:txBody>
      </p:sp>
    </p:spTree>
    <p:extLst>
      <p:ext uri="{BB962C8B-B14F-4D97-AF65-F5344CB8AC3E}">
        <p14:creationId xmlns:p14="http://schemas.microsoft.com/office/powerpoint/2010/main" val="664647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192307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29674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3622235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82054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145235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252750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E0C082-43CA-4E43-8E49-A6798B05D20D}"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D3435-09F7-4F00-B3D2-B87E3BBF2AB9}" type="slidenum">
              <a:rPr lang="en-IN" smtClean="0"/>
              <a:t>‹#›</a:t>
            </a:fld>
            <a:endParaRPr lang="en-IN"/>
          </a:p>
        </p:txBody>
      </p:sp>
    </p:spTree>
    <p:extLst>
      <p:ext uri="{BB962C8B-B14F-4D97-AF65-F5344CB8AC3E}">
        <p14:creationId xmlns:p14="http://schemas.microsoft.com/office/powerpoint/2010/main" val="2680838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CE0C082-43CA-4E43-8E49-A6798B05D20D}" type="datetimeFigureOut">
              <a:rPr lang="en-IN" smtClean="0"/>
              <a:t>09-07-2026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5BD3435-09F7-4F00-B3D2-B87E3BBF2AB9}" type="slidenum">
              <a:rPr lang="en-IN" smtClean="0"/>
              <a:t>‹#›</a:t>
            </a:fld>
            <a:endParaRPr lang="en-IN"/>
          </a:p>
        </p:txBody>
      </p:sp>
    </p:spTree>
    <p:extLst>
      <p:ext uri="{BB962C8B-B14F-4D97-AF65-F5344CB8AC3E}">
        <p14:creationId xmlns:p14="http://schemas.microsoft.com/office/powerpoint/2010/main" val="217054717"/>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0093-92AE-C719-357B-F865AFC9F069}"/>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8CB26E62-0C2D-3DF5-59BC-C02CDD0B5C18}"/>
              </a:ext>
            </a:extLst>
          </p:cNvPr>
          <p:cNvSpPr>
            <a:spLocks noGrp="1"/>
          </p:cNvSpPr>
          <p:nvPr>
            <p:ph type="ctrTitle"/>
          </p:nvPr>
        </p:nvSpPr>
        <p:spPr>
          <a:xfrm>
            <a:off x="907773" y="2311196"/>
            <a:ext cx="9144000" cy="2387600"/>
          </a:xfrm>
          <a:prstGeom prst="rect">
            <a:avLst/>
          </a:prstGeom>
          <a:noFill/>
          <a:ln/>
        </p:spPr>
        <p:txBody>
          <a:bodyPr wrap="square" lIns="0" tIns="0" rIns="0" bIns="0" rtlCol="0" anchor="t">
            <a:normAutofit/>
          </a:bodyPr>
          <a:lstStyle/>
          <a:p>
            <a:pPr marL="0" indent="0" algn="l">
              <a:lnSpc>
                <a:spcPct val="104000"/>
              </a:lnSpc>
              <a:buNone/>
            </a:pPr>
            <a:r>
              <a:rPr lang="en-US" dirty="0">
                <a:solidFill>
                  <a:srgbClr val="505468"/>
                </a:solidFill>
                <a:latin typeface="Instrument Sans SemiBold" pitchFamily="34" charset="0"/>
                <a:ea typeface="Instrument Sans SemiBold" pitchFamily="34" charset="-122"/>
                <a:cs typeface="Instrument Sans SemiBold" pitchFamily="34" charset="-120"/>
              </a:rPr>
              <a:t>Defending Against </a:t>
            </a:r>
            <a:br>
              <a:rPr lang="en-US" dirty="0">
                <a:solidFill>
                  <a:srgbClr val="505468"/>
                </a:solidFill>
                <a:latin typeface="Instrument Sans SemiBold" pitchFamily="34" charset="0"/>
                <a:ea typeface="Instrument Sans SemiBold" pitchFamily="34" charset="-122"/>
                <a:cs typeface="Instrument Sans SemiBold" pitchFamily="34" charset="-120"/>
              </a:rPr>
            </a:br>
            <a:r>
              <a:rPr lang="en-US" dirty="0">
                <a:solidFill>
                  <a:srgbClr val="505468"/>
                </a:solidFill>
                <a:latin typeface="Instrument Sans SemiBold" pitchFamily="34" charset="0"/>
                <a:ea typeface="Instrument Sans SemiBold" pitchFamily="34" charset="-122"/>
                <a:cs typeface="Instrument Sans SemiBold" pitchFamily="34" charset="-120"/>
              </a:rPr>
              <a:t>Phishing Attacks</a:t>
            </a:r>
            <a:endParaRPr lang="en-US" dirty="0"/>
          </a:p>
        </p:txBody>
      </p:sp>
      <p:sp>
        <p:nvSpPr>
          <p:cNvPr id="3" name="Subtitle 2">
            <a:extLst>
              <a:ext uri="{FF2B5EF4-FFF2-40B4-BE49-F238E27FC236}">
                <a16:creationId xmlns:a16="http://schemas.microsoft.com/office/drawing/2014/main" id="{BB9A9A54-BF4B-C82C-1D3A-5F1C6819788B}"/>
              </a:ext>
            </a:extLst>
          </p:cNvPr>
          <p:cNvSpPr>
            <a:spLocks noGrp="1"/>
          </p:cNvSpPr>
          <p:nvPr>
            <p:ph type="subTitle" idx="1"/>
          </p:nvPr>
        </p:nvSpPr>
        <p:spPr>
          <a:xfrm>
            <a:off x="818321" y="4332876"/>
            <a:ext cx="6904383" cy="1655762"/>
          </a:xfrm>
        </p:spPr>
        <p:txBody>
          <a:bodyPr/>
          <a:lstStyle/>
          <a:p>
            <a:pPr algn="l"/>
            <a:r>
              <a:rPr lang="en-US" sz="1800" dirty="0">
                <a:solidFill>
                  <a:srgbClr val="5B5F71"/>
                </a:solidFill>
                <a:latin typeface="Instrument Sans Medium" pitchFamily="34" charset="0"/>
                <a:ea typeface="Instrument Sans Medium" pitchFamily="34" charset="-122"/>
                <a:cs typeface="Instrument Sans Medium" pitchFamily="34" charset="-120"/>
              </a:rPr>
              <a:t>Every day, millions of phishing attempts go out across the globe. Most succeed not because of weak software but because of human trust. This module will equip you to recognize, resist, and report every attempt</a:t>
            </a:r>
            <a:r>
              <a:rPr lang="en-US" sz="2000" dirty="0">
                <a:solidFill>
                  <a:srgbClr val="5B5F71"/>
                </a:solidFill>
                <a:latin typeface="Instrument Sans Medium" pitchFamily="34" charset="0"/>
                <a:ea typeface="Instrument Sans Medium" pitchFamily="34" charset="-122"/>
                <a:cs typeface="Instrument Sans Medium" pitchFamily="34" charset="-120"/>
              </a:rPr>
              <a:t>.</a:t>
            </a:r>
            <a:endParaRPr lang="en-US" sz="2000" dirty="0"/>
          </a:p>
          <a:p>
            <a:endParaRPr lang="en-IN" dirty="0"/>
          </a:p>
        </p:txBody>
      </p:sp>
      <p:sp>
        <p:nvSpPr>
          <p:cNvPr id="6" name="Subtitle 2">
            <a:extLst>
              <a:ext uri="{FF2B5EF4-FFF2-40B4-BE49-F238E27FC236}">
                <a16:creationId xmlns:a16="http://schemas.microsoft.com/office/drawing/2014/main" id="{5DB2C8BD-5731-97AA-C839-EE8324944ACB}"/>
              </a:ext>
            </a:extLst>
          </p:cNvPr>
          <p:cNvSpPr txBox="1">
            <a:spLocks/>
          </p:cNvSpPr>
          <p:nvPr/>
        </p:nvSpPr>
        <p:spPr>
          <a:xfrm>
            <a:off x="818320" y="1587913"/>
            <a:ext cx="6904383"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600" dirty="0">
                <a:solidFill>
                  <a:srgbClr val="505468"/>
                </a:solidFill>
                <a:latin typeface="Instrument Sans SemiBold" pitchFamily="34" charset="0"/>
                <a:ea typeface="Instrument Sans SemiBold" pitchFamily="34" charset="-122"/>
                <a:cs typeface="Instrument Sans SemiBold" pitchFamily="34" charset="-120"/>
              </a:rPr>
              <a:t>The Invisible Hook</a:t>
            </a:r>
            <a:endParaRPr lang="en-US" sz="3600" dirty="0"/>
          </a:p>
          <a:p>
            <a:pPr algn="l"/>
            <a:endParaRPr lang="en-US" sz="2000" dirty="0"/>
          </a:p>
          <a:p>
            <a:endParaRPr lang="en-IN" dirty="0">
              <a:solidFill>
                <a:srgbClr val="505468"/>
              </a:solidFill>
            </a:endParaRPr>
          </a:p>
        </p:txBody>
      </p:sp>
    </p:spTree>
    <p:extLst>
      <p:ext uri="{BB962C8B-B14F-4D97-AF65-F5344CB8AC3E}">
        <p14:creationId xmlns:p14="http://schemas.microsoft.com/office/powerpoint/2010/main" val="3592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3DDF5-08FF-9460-C12E-EEC0D7CEFCF9}"/>
              </a:ext>
            </a:extLst>
          </p:cNvPr>
          <p:cNvSpPr txBox="1"/>
          <p:nvPr/>
        </p:nvSpPr>
        <p:spPr>
          <a:xfrm>
            <a:off x="1005509" y="1520688"/>
            <a:ext cx="8547652" cy="707886"/>
          </a:xfrm>
          <a:prstGeom prst="rect">
            <a:avLst/>
          </a:prstGeom>
          <a:noFill/>
        </p:spPr>
        <p:txBody>
          <a:bodyPr wrap="square" rtlCol="0">
            <a:spAutoFit/>
          </a:bodyPr>
          <a:lstStyle/>
          <a:p>
            <a:r>
              <a:rPr lang="en-IN" sz="4000" dirty="0">
                <a:solidFill>
                  <a:srgbClr val="505468"/>
                </a:solidFill>
              </a:rPr>
              <a:t>What</a:t>
            </a:r>
            <a:r>
              <a:rPr lang="en-IN" sz="3600" dirty="0">
                <a:solidFill>
                  <a:srgbClr val="505468"/>
                </a:solidFill>
              </a:rPr>
              <a:t> is phishing?</a:t>
            </a:r>
          </a:p>
        </p:txBody>
      </p:sp>
      <p:sp>
        <p:nvSpPr>
          <p:cNvPr id="4" name="TextBox 3">
            <a:extLst>
              <a:ext uri="{FF2B5EF4-FFF2-40B4-BE49-F238E27FC236}">
                <a16:creationId xmlns:a16="http://schemas.microsoft.com/office/drawing/2014/main" id="{C871F87C-9924-4816-2D9F-2DCE3EC4C1F1}"/>
              </a:ext>
            </a:extLst>
          </p:cNvPr>
          <p:cNvSpPr txBox="1"/>
          <p:nvPr/>
        </p:nvSpPr>
        <p:spPr>
          <a:xfrm>
            <a:off x="1285461" y="2480441"/>
            <a:ext cx="7987748" cy="2139047"/>
          </a:xfrm>
          <a:prstGeom prst="rect">
            <a:avLst/>
          </a:prstGeom>
          <a:noFill/>
        </p:spPr>
        <p:txBody>
          <a:bodyPr wrap="square" rtlCol="0">
            <a:spAutoFit/>
          </a:bodyPr>
          <a:lstStyle/>
          <a:p>
            <a:pPr marL="342900" indent="-342900">
              <a:buFont typeface="Arial" panose="020B0604020202020204" pitchFamily="34" charset="0"/>
              <a:buChar char="•"/>
            </a:pPr>
            <a:r>
              <a:rPr lang="en-IN" sz="1900" dirty="0">
                <a:solidFill>
                  <a:srgbClr val="505468"/>
                </a:solidFill>
              </a:rPr>
              <a:t>Phishing is a cyber scam where attackers try to trick people into sharing passwords, OTPs, bank details, or other private information.</a:t>
            </a:r>
            <a:br>
              <a:rPr lang="en-IN" sz="1900" dirty="0">
                <a:solidFill>
                  <a:srgbClr val="505468"/>
                </a:solidFill>
              </a:rPr>
            </a:br>
            <a:r>
              <a:rPr lang="en-IN" sz="1900" dirty="0">
                <a:solidFill>
                  <a:srgbClr val="505468"/>
                </a:solidFill>
              </a:rPr>
              <a:t>It often looks like a normal email, message, or website, but it is actually fake.</a:t>
            </a:r>
          </a:p>
          <a:p>
            <a:pPr marL="342900" indent="-342900">
              <a:buFont typeface="Arial" panose="020B0604020202020204" pitchFamily="34" charset="0"/>
              <a:buChar char="•"/>
            </a:pPr>
            <a:r>
              <a:rPr lang="en-US" sz="1900" dirty="0">
                <a:solidFill>
                  <a:srgbClr val="5B5F71"/>
                </a:solidFill>
                <a:latin typeface="Trebuchet MS (Body)"/>
                <a:ea typeface="Instrument Sans Medium" pitchFamily="34" charset="-122"/>
                <a:cs typeface="Instrument Sans Medium" pitchFamily="34" charset="-120"/>
              </a:rPr>
              <a:t>Attackers exploit four core emotions: </a:t>
            </a:r>
            <a:r>
              <a:rPr lang="en-US" sz="1900" b="1" dirty="0">
                <a:solidFill>
                  <a:srgbClr val="5B5F71"/>
                </a:solidFill>
                <a:latin typeface="Trebuchet MS (Body)"/>
                <a:ea typeface="Instrument Sans Bold" pitchFamily="34" charset="-122"/>
                <a:cs typeface="Instrument Sans Bold" pitchFamily="34" charset="-120"/>
              </a:rPr>
              <a:t>Curiosity, Greed, Fear,</a:t>
            </a:r>
            <a:r>
              <a:rPr lang="en-US" sz="1900" dirty="0">
                <a:solidFill>
                  <a:srgbClr val="5B5F71"/>
                </a:solidFill>
                <a:latin typeface="Trebuchet MS (Body)"/>
                <a:ea typeface="Instrument Sans Medium" pitchFamily="34" charset="-122"/>
                <a:cs typeface="Instrument Sans Medium" pitchFamily="34" charset="-120"/>
              </a:rPr>
              <a:t> and </a:t>
            </a:r>
            <a:r>
              <a:rPr lang="en-US" sz="1900" b="1" dirty="0">
                <a:solidFill>
                  <a:srgbClr val="5B5F71"/>
                </a:solidFill>
                <a:latin typeface="Trebuchet MS (Body)"/>
                <a:ea typeface="Instrument Sans Bold" pitchFamily="34" charset="-122"/>
                <a:cs typeface="Instrument Sans Bold" pitchFamily="34" charset="-120"/>
              </a:rPr>
              <a:t>Authority.</a:t>
            </a:r>
            <a:r>
              <a:rPr lang="en-US" sz="1900" dirty="0">
                <a:solidFill>
                  <a:srgbClr val="5B5F71"/>
                </a:solidFill>
                <a:latin typeface="Trebuchet MS (Body)"/>
                <a:ea typeface="Instrument Sans Medium" pitchFamily="34" charset="-122"/>
                <a:cs typeface="Instrument Sans Medium" pitchFamily="34" charset="-120"/>
              </a:rPr>
              <a:t> Understanding these triggers is your first line of defense.</a:t>
            </a:r>
            <a:endParaRPr lang="en-US" sz="1900" dirty="0">
              <a:latin typeface="Trebuchet MS (Body)"/>
            </a:endParaRPr>
          </a:p>
          <a:p>
            <a:endParaRPr lang="en-IN" sz="1900" dirty="0">
              <a:solidFill>
                <a:srgbClr val="505468"/>
              </a:solidFill>
            </a:endParaRPr>
          </a:p>
        </p:txBody>
      </p:sp>
    </p:spTree>
    <p:extLst>
      <p:ext uri="{BB962C8B-B14F-4D97-AF65-F5344CB8AC3E}">
        <p14:creationId xmlns:p14="http://schemas.microsoft.com/office/powerpoint/2010/main" val="4103905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E555-B4F7-E92E-8ECB-B7B888846B81}"/>
              </a:ext>
            </a:extLst>
          </p:cNvPr>
          <p:cNvSpPr>
            <a:spLocks noGrp="1"/>
          </p:cNvSpPr>
          <p:nvPr>
            <p:ph type="ctrTitle"/>
          </p:nvPr>
        </p:nvSpPr>
        <p:spPr>
          <a:xfrm>
            <a:off x="1318223" y="973299"/>
            <a:ext cx="7766936" cy="1646302"/>
          </a:xfrm>
        </p:spPr>
        <p:txBody>
          <a:bodyPr/>
          <a:lstStyle/>
          <a:p>
            <a:pPr algn="l"/>
            <a:r>
              <a:rPr lang="en-IN" sz="4400" dirty="0">
                <a:solidFill>
                  <a:srgbClr val="505468"/>
                </a:solidFill>
              </a:rPr>
              <a:t>Why phishing is </a:t>
            </a:r>
            <a:br>
              <a:rPr lang="en-IN" sz="4400" dirty="0">
                <a:solidFill>
                  <a:srgbClr val="505468"/>
                </a:solidFill>
              </a:rPr>
            </a:br>
            <a:r>
              <a:rPr lang="en-IN" sz="4400" dirty="0">
                <a:solidFill>
                  <a:srgbClr val="505468"/>
                </a:solidFill>
              </a:rPr>
              <a:t>dangerous?</a:t>
            </a:r>
          </a:p>
        </p:txBody>
      </p:sp>
      <p:sp>
        <p:nvSpPr>
          <p:cNvPr id="3" name="Subtitle 2">
            <a:extLst>
              <a:ext uri="{FF2B5EF4-FFF2-40B4-BE49-F238E27FC236}">
                <a16:creationId xmlns:a16="http://schemas.microsoft.com/office/drawing/2014/main" id="{DF4125DF-1DF8-7597-23D7-9C90540C2FE0}"/>
              </a:ext>
            </a:extLst>
          </p:cNvPr>
          <p:cNvSpPr>
            <a:spLocks noGrp="1"/>
          </p:cNvSpPr>
          <p:nvPr>
            <p:ph type="subTitle" idx="1"/>
          </p:nvPr>
        </p:nvSpPr>
        <p:spPr>
          <a:xfrm>
            <a:off x="1417613" y="2818381"/>
            <a:ext cx="7766936" cy="2439419"/>
          </a:xfrm>
        </p:spPr>
        <p:txBody>
          <a:bodyPr>
            <a:normAutofit lnSpcReduction="10000"/>
          </a:bodyPr>
          <a:lstStyle/>
          <a:p>
            <a:pPr algn="l"/>
            <a:r>
              <a:rPr lang="en-IN" sz="2400" dirty="0"/>
              <a:t>Phishing can leads to:</a:t>
            </a:r>
          </a:p>
          <a:p>
            <a:pPr marL="2571750" lvl="5" indent="-285750" algn="l">
              <a:buFont typeface="Arial" panose="020B0604020202020204" pitchFamily="34" charset="0"/>
              <a:buChar char="•"/>
            </a:pPr>
            <a:r>
              <a:rPr lang="en-IN" sz="2000" dirty="0"/>
              <a:t> Money loss</a:t>
            </a:r>
          </a:p>
          <a:p>
            <a:pPr marL="2571750" lvl="5" indent="-285750" algn="l">
              <a:buFont typeface="Arial" panose="020B0604020202020204" pitchFamily="34" charset="0"/>
              <a:buChar char="•"/>
            </a:pPr>
            <a:r>
              <a:rPr lang="en-IN" sz="2000" dirty="0"/>
              <a:t> Stolen passwords</a:t>
            </a:r>
          </a:p>
          <a:p>
            <a:pPr marL="2628900" lvl="5" indent="-342900" algn="l">
              <a:buFont typeface="Arial" panose="020B0604020202020204" pitchFamily="34" charset="0"/>
              <a:buChar char="•"/>
            </a:pPr>
            <a:r>
              <a:rPr lang="en-IN" sz="2000" dirty="0"/>
              <a:t>Hacked accounts</a:t>
            </a:r>
          </a:p>
          <a:p>
            <a:pPr marL="2628900" lvl="5" indent="-342900" algn="l">
              <a:buFont typeface="Arial" panose="020B0604020202020204" pitchFamily="34" charset="0"/>
              <a:buChar char="•"/>
            </a:pPr>
            <a:r>
              <a:rPr lang="en-IN" sz="2000" dirty="0"/>
              <a:t>Identity theft</a:t>
            </a:r>
          </a:p>
          <a:p>
            <a:pPr marL="2628900" lvl="5" indent="-342900" algn="l">
              <a:buFont typeface="Arial" panose="020B0604020202020204" pitchFamily="34" charset="0"/>
              <a:buChar char="•"/>
            </a:pPr>
            <a:r>
              <a:rPr lang="en-IN" sz="2000" dirty="0"/>
              <a:t>Malware infection</a:t>
            </a:r>
          </a:p>
          <a:p>
            <a:pPr algn="l"/>
            <a:endParaRPr lang="en-IN" sz="600" dirty="0"/>
          </a:p>
        </p:txBody>
      </p:sp>
    </p:spTree>
    <p:extLst>
      <p:ext uri="{BB962C8B-B14F-4D97-AF65-F5344CB8AC3E}">
        <p14:creationId xmlns:p14="http://schemas.microsoft.com/office/powerpoint/2010/main" val="3540825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12417-4DAF-DC44-54D0-B8ABBB4487FC}"/>
              </a:ext>
            </a:extLst>
          </p:cNvPr>
          <p:cNvSpPr>
            <a:spLocks noGrp="1"/>
          </p:cNvSpPr>
          <p:nvPr>
            <p:ph type="ctrTitle"/>
          </p:nvPr>
        </p:nvSpPr>
        <p:spPr>
          <a:xfrm>
            <a:off x="1248650" y="764578"/>
            <a:ext cx="7766936" cy="1646302"/>
          </a:xfrm>
        </p:spPr>
        <p:txBody>
          <a:bodyPr/>
          <a:lstStyle/>
          <a:p>
            <a:pPr algn="l"/>
            <a:r>
              <a:rPr lang="en-IN" sz="4800" dirty="0">
                <a:solidFill>
                  <a:srgbClr val="505468"/>
                </a:solidFill>
              </a:rPr>
              <a:t>How to recognize </a:t>
            </a:r>
            <a:br>
              <a:rPr lang="en-IN" sz="4800" dirty="0">
                <a:solidFill>
                  <a:srgbClr val="505468"/>
                </a:solidFill>
              </a:rPr>
            </a:br>
            <a:r>
              <a:rPr lang="en-IN" sz="4800" dirty="0">
                <a:solidFill>
                  <a:srgbClr val="505468"/>
                </a:solidFill>
              </a:rPr>
              <a:t>phishing?</a:t>
            </a:r>
          </a:p>
        </p:txBody>
      </p:sp>
      <p:sp>
        <p:nvSpPr>
          <p:cNvPr id="3" name="Subtitle 2">
            <a:extLst>
              <a:ext uri="{FF2B5EF4-FFF2-40B4-BE49-F238E27FC236}">
                <a16:creationId xmlns:a16="http://schemas.microsoft.com/office/drawing/2014/main" id="{4F46EA01-E72C-D2F7-76E9-A2E832EFFD8B}"/>
              </a:ext>
            </a:extLst>
          </p:cNvPr>
          <p:cNvSpPr>
            <a:spLocks noGrp="1"/>
          </p:cNvSpPr>
          <p:nvPr>
            <p:ph type="subTitle" idx="1"/>
          </p:nvPr>
        </p:nvSpPr>
        <p:spPr>
          <a:xfrm>
            <a:off x="1248650" y="2142524"/>
            <a:ext cx="7766936" cy="4208585"/>
          </a:xfrm>
        </p:spPr>
        <p:txBody>
          <a:bodyPr anchor="ctr">
            <a:normAutofit/>
          </a:bodyPr>
          <a:lstStyle/>
          <a:p>
            <a:pPr algn="l"/>
            <a:r>
              <a:rPr lang="en-IN" sz="2400" dirty="0"/>
              <a:t>Look for these warning signs:</a:t>
            </a:r>
          </a:p>
          <a:p>
            <a:pPr marL="2114550" lvl="4" indent="-285750" algn="l">
              <a:buFont typeface="Arial" panose="020B0604020202020204" pitchFamily="34" charset="0"/>
              <a:buChar char="•"/>
            </a:pPr>
            <a:r>
              <a:rPr lang="en-IN" sz="2000" dirty="0"/>
              <a:t>Unknown or suspicious sender.</a:t>
            </a:r>
          </a:p>
          <a:p>
            <a:pPr marL="2114550" lvl="4" indent="-285750" algn="l">
              <a:buFont typeface="Arial" panose="020B0604020202020204" pitchFamily="34" charset="0"/>
              <a:buChar char="•"/>
            </a:pPr>
            <a:r>
              <a:rPr lang="en-IN" sz="2000" dirty="0"/>
              <a:t>Urgent messages like “your account will be blocked.”</a:t>
            </a:r>
          </a:p>
          <a:p>
            <a:pPr marL="2114550" lvl="4" indent="-285750" algn="l">
              <a:buFont typeface="Arial" panose="020B0604020202020204" pitchFamily="34" charset="0"/>
              <a:buChar char="•"/>
            </a:pPr>
            <a:r>
              <a:rPr lang="en-IN" sz="2000" dirty="0"/>
              <a:t>Spelling and grammar mistakes.</a:t>
            </a:r>
          </a:p>
          <a:p>
            <a:pPr marL="2114550" lvl="4" indent="-285750" algn="l">
              <a:buFont typeface="Arial" panose="020B0604020202020204" pitchFamily="34" charset="0"/>
              <a:buChar char="•"/>
            </a:pPr>
            <a:r>
              <a:rPr lang="en-IN" sz="2000" dirty="0"/>
              <a:t>Strange or shortened links.</a:t>
            </a:r>
          </a:p>
          <a:p>
            <a:pPr marL="2114550" lvl="4" indent="-285750" algn="l">
              <a:buFont typeface="Arial" panose="020B0604020202020204" pitchFamily="34" charset="0"/>
              <a:buChar char="•"/>
            </a:pPr>
            <a:r>
              <a:rPr lang="en-IN" sz="2000" dirty="0"/>
              <a:t>Requests for OTPs, passwords, or payment</a:t>
            </a:r>
            <a:r>
              <a:rPr lang="en-IN" sz="1800" dirty="0"/>
              <a:t>.</a:t>
            </a:r>
          </a:p>
          <a:p>
            <a:pPr algn="l"/>
            <a:endParaRPr lang="en-IN" dirty="0"/>
          </a:p>
        </p:txBody>
      </p:sp>
    </p:spTree>
    <p:extLst>
      <p:ext uri="{BB962C8B-B14F-4D97-AF65-F5344CB8AC3E}">
        <p14:creationId xmlns:p14="http://schemas.microsoft.com/office/powerpoint/2010/main" val="527779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29A8F4-500D-2D2B-AA91-DB5577752842}"/>
              </a:ext>
            </a:extLst>
          </p:cNvPr>
          <p:cNvSpPr>
            <a:spLocks noGrp="1"/>
          </p:cNvSpPr>
          <p:nvPr>
            <p:ph type="subTitle" idx="1"/>
          </p:nvPr>
        </p:nvSpPr>
        <p:spPr>
          <a:xfrm>
            <a:off x="1387798" y="2246244"/>
            <a:ext cx="7766936" cy="3697356"/>
          </a:xfrm>
        </p:spPr>
        <p:txBody>
          <a:bodyPr>
            <a:normAutofit/>
          </a:bodyPr>
          <a:lstStyle/>
          <a:p>
            <a:pPr marL="342900" indent="-342900" algn="l">
              <a:buFont typeface="Wingdings" panose="05000000000000000000" pitchFamily="2" charset="2"/>
              <a:buChar char="Ø"/>
            </a:pPr>
            <a:r>
              <a:rPr lang="en-IN" sz="1900" dirty="0"/>
              <a:t>Attackers use psychology to trick people.</a:t>
            </a:r>
            <a:br>
              <a:rPr lang="en-IN" sz="1900" dirty="0"/>
            </a:br>
            <a:r>
              <a:rPr lang="en-IN" dirty="0"/>
              <a:t>(They may create)</a:t>
            </a:r>
          </a:p>
          <a:p>
            <a:pPr marL="1200150" lvl="2" indent="-285750" algn="l">
              <a:buFont typeface="Arial" panose="020B0604020202020204" pitchFamily="34" charset="0"/>
              <a:buChar char="•"/>
            </a:pPr>
            <a:r>
              <a:rPr lang="en-IN" sz="1800" dirty="0"/>
              <a:t>Fear</a:t>
            </a:r>
          </a:p>
          <a:p>
            <a:pPr marL="1200150" lvl="2" indent="-285750" algn="l">
              <a:buFont typeface="Arial" panose="020B0604020202020204" pitchFamily="34" charset="0"/>
              <a:buChar char="•"/>
            </a:pPr>
            <a:r>
              <a:rPr lang="en-IN" sz="1800" dirty="0"/>
              <a:t>Urgency</a:t>
            </a:r>
          </a:p>
          <a:p>
            <a:pPr marL="1200150" lvl="2" indent="-285750" algn="l">
              <a:buFont typeface="Arial" panose="020B0604020202020204" pitchFamily="34" charset="0"/>
              <a:buChar char="•"/>
            </a:pPr>
            <a:r>
              <a:rPr lang="en-IN" sz="1800" dirty="0"/>
              <a:t>Curiosity</a:t>
            </a:r>
          </a:p>
          <a:p>
            <a:pPr marL="1200150" lvl="2" indent="-285750" algn="l">
              <a:buFont typeface="Arial" panose="020B0604020202020204" pitchFamily="34" charset="0"/>
              <a:buChar char="•"/>
            </a:pPr>
            <a:r>
              <a:rPr lang="en-IN" sz="1800" dirty="0"/>
              <a:t>Reward offers</a:t>
            </a:r>
          </a:p>
          <a:p>
            <a:pPr marL="1200150" lvl="2" indent="-285750" algn="l">
              <a:buFont typeface="Arial" panose="020B0604020202020204" pitchFamily="34" charset="0"/>
              <a:buChar char="•"/>
            </a:pPr>
            <a:r>
              <a:rPr lang="en-IN" sz="1800" dirty="0"/>
              <a:t>Fake authority</a:t>
            </a:r>
          </a:p>
          <a:p>
            <a:pPr marL="342900" indent="-342900" algn="l">
              <a:buFont typeface="Wingdings" panose="05000000000000000000" pitchFamily="2" charset="2"/>
              <a:buChar char="Ø"/>
            </a:pPr>
            <a:r>
              <a:rPr lang="en-IN" sz="1900" dirty="0"/>
              <a:t>Their goal is to make you act without thinking.</a:t>
            </a:r>
          </a:p>
          <a:p>
            <a:pPr algn="l"/>
            <a:endParaRPr lang="en-IN" dirty="0"/>
          </a:p>
        </p:txBody>
      </p:sp>
      <p:sp>
        <p:nvSpPr>
          <p:cNvPr id="5" name="Text 0">
            <a:extLst>
              <a:ext uri="{FF2B5EF4-FFF2-40B4-BE49-F238E27FC236}">
                <a16:creationId xmlns:a16="http://schemas.microsoft.com/office/drawing/2014/main" id="{9CB99DAC-1F65-E181-EBF4-205FFDF79B58}"/>
              </a:ext>
            </a:extLst>
          </p:cNvPr>
          <p:cNvSpPr>
            <a:spLocks noGrp="1"/>
          </p:cNvSpPr>
          <p:nvPr>
            <p:ph type="ctrTitle"/>
          </p:nvPr>
        </p:nvSpPr>
        <p:spPr>
          <a:xfrm>
            <a:off x="1487190" y="1022995"/>
            <a:ext cx="7766936" cy="1646302"/>
          </a:xfrm>
          <a:prstGeom prst="rect">
            <a:avLst/>
          </a:prstGeom>
          <a:noFill/>
          <a:ln/>
        </p:spPr>
        <p:txBody>
          <a:bodyPr wrap="none" lIns="0" tIns="0" rIns="0" bIns="0" rtlCol="0" anchor="t"/>
          <a:lstStyle/>
          <a:p>
            <a:pPr marL="0" indent="0" algn="l">
              <a:lnSpc>
                <a:spcPct val="104000"/>
              </a:lnSpc>
              <a:buNone/>
            </a:pPr>
            <a:r>
              <a:rPr lang="en-US" sz="3600" dirty="0">
                <a:solidFill>
                  <a:srgbClr val="505468"/>
                </a:solidFill>
                <a:latin typeface="Instrument Sans SemiBold" pitchFamily="34" charset="0"/>
                <a:ea typeface="Instrument Sans SemiBold" pitchFamily="34" charset="-122"/>
                <a:cs typeface="Instrument Sans SemiBold" pitchFamily="34" charset="-120"/>
              </a:rPr>
              <a:t>Understanding Social </a:t>
            </a:r>
            <a:br>
              <a:rPr lang="en-US" sz="3600" dirty="0">
                <a:solidFill>
                  <a:srgbClr val="505468"/>
                </a:solidFill>
                <a:latin typeface="Instrument Sans SemiBold" pitchFamily="34" charset="0"/>
                <a:ea typeface="Instrument Sans SemiBold" pitchFamily="34" charset="-122"/>
                <a:cs typeface="Instrument Sans SemiBold" pitchFamily="34" charset="-120"/>
              </a:rPr>
            </a:br>
            <a:r>
              <a:rPr lang="en-US" sz="3600" dirty="0">
                <a:solidFill>
                  <a:srgbClr val="505468"/>
                </a:solidFill>
                <a:latin typeface="Instrument Sans SemiBold" pitchFamily="34" charset="0"/>
                <a:ea typeface="Instrument Sans SemiBold" pitchFamily="34" charset="-122"/>
                <a:cs typeface="Instrument Sans SemiBold" pitchFamily="34" charset="-120"/>
              </a:rPr>
              <a:t>Engineering</a:t>
            </a:r>
            <a:endParaRPr lang="en-US" sz="3600" dirty="0"/>
          </a:p>
        </p:txBody>
      </p:sp>
    </p:spTree>
    <p:extLst>
      <p:ext uri="{BB962C8B-B14F-4D97-AF65-F5344CB8AC3E}">
        <p14:creationId xmlns:p14="http://schemas.microsoft.com/office/powerpoint/2010/main" val="505814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0">
            <a:extLst>
              <a:ext uri="{FF2B5EF4-FFF2-40B4-BE49-F238E27FC236}">
                <a16:creationId xmlns:a16="http://schemas.microsoft.com/office/drawing/2014/main" id="{715BD760-AB90-1C8B-613D-99EC627464D5}"/>
              </a:ext>
            </a:extLst>
          </p:cNvPr>
          <p:cNvSpPr>
            <a:spLocks noGrp="1"/>
          </p:cNvSpPr>
          <p:nvPr>
            <p:ph type="ctrTitle"/>
          </p:nvPr>
        </p:nvSpPr>
        <p:spPr>
          <a:xfrm>
            <a:off x="1214836" y="818912"/>
            <a:ext cx="7766936" cy="1646302"/>
          </a:xfrm>
          <a:prstGeom prst="rect">
            <a:avLst/>
          </a:prstGeom>
          <a:noFill/>
          <a:ln/>
        </p:spPr>
        <p:txBody>
          <a:bodyPr wrap="none" lIns="0" tIns="0" rIns="0" bIns="0" rtlCol="0" anchor="t"/>
          <a:lstStyle/>
          <a:p>
            <a:pPr marL="0" indent="0" algn="l">
              <a:lnSpc>
                <a:spcPct val="104000"/>
              </a:lnSpc>
              <a:buNone/>
            </a:pPr>
            <a:r>
              <a:rPr lang="en-US" sz="3600" dirty="0">
                <a:solidFill>
                  <a:srgbClr val="505468"/>
                </a:solidFill>
                <a:latin typeface="Instrument Sans SemiBold" pitchFamily="34" charset="0"/>
                <a:ea typeface="Instrument Sans SemiBold" pitchFamily="34" charset="-122"/>
                <a:cs typeface="Instrument Sans SemiBold" pitchFamily="34" charset="-120"/>
              </a:rPr>
              <a:t>Anatomy of a Phishing </a:t>
            </a:r>
            <a:br>
              <a:rPr lang="en-US" sz="3600" dirty="0">
                <a:solidFill>
                  <a:srgbClr val="505468"/>
                </a:solidFill>
                <a:latin typeface="Instrument Sans SemiBold" pitchFamily="34" charset="0"/>
                <a:ea typeface="Instrument Sans SemiBold" pitchFamily="34" charset="-122"/>
                <a:cs typeface="Instrument Sans SemiBold" pitchFamily="34" charset="-120"/>
              </a:rPr>
            </a:br>
            <a:r>
              <a:rPr lang="en-US" sz="3600" dirty="0">
                <a:solidFill>
                  <a:srgbClr val="505468"/>
                </a:solidFill>
                <a:latin typeface="Instrument Sans SemiBold" pitchFamily="34" charset="0"/>
                <a:ea typeface="Instrument Sans SemiBold" pitchFamily="34" charset="-122"/>
                <a:cs typeface="Instrument Sans SemiBold" pitchFamily="34" charset="-120"/>
              </a:rPr>
              <a:t>Attack</a:t>
            </a:r>
            <a:endParaRPr lang="en-US" sz="3600" dirty="0"/>
          </a:p>
        </p:txBody>
      </p:sp>
      <p:pic>
        <p:nvPicPr>
          <p:cNvPr id="14" name="Image 0" descr="preencoded.png">
            <a:extLst>
              <a:ext uri="{FF2B5EF4-FFF2-40B4-BE49-F238E27FC236}">
                <a16:creationId xmlns:a16="http://schemas.microsoft.com/office/drawing/2014/main" id="{9782F254-EB30-FE6A-707C-30037BCDF6E1}"/>
              </a:ext>
            </a:extLst>
          </p:cNvPr>
          <p:cNvPicPr>
            <a:picLocks noChangeAspect="1"/>
          </p:cNvPicPr>
          <p:nvPr/>
        </p:nvPicPr>
        <p:blipFill>
          <a:blip r:embed="rId2"/>
          <a:stretch>
            <a:fillRect/>
          </a:stretch>
        </p:blipFill>
        <p:spPr>
          <a:xfrm>
            <a:off x="1949138" y="1258788"/>
            <a:ext cx="7032634" cy="4340423"/>
          </a:xfrm>
          <a:prstGeom prst="rect">
            <a:avLst/>
          </a:prstGeom>
        </p:spPr>
      </p:pic>
      <p:sp>
        <p:nvSpPr>
          <p:cNvPr id="16" name="Text 1">
            <a:extLst>
              <a:ext uri="{FF2B5EF4-FFF2-40B4-BE49-F238E27FC236}">
                <a16:creationId xmlns:a16="http://schemas.microsoft.com/office/drawing/2014/main" id="{32AD38CF-E0D9-2C8B-ACB5-A83F5AE740FE}"/>
              </a:ext>
            </a:extLst>
          </p:cNvPr>
          <p:cNvSpPr/>
          <p:nvPr/>
        </p:nvSpPr>
        <p:spPr>
          <a:xfrm>
            <a:off x="2108446" y="3762995"/>
            <a:ext cx="1721164" cy="229268"/>
          </a:xfrm>
          <a:prstGeom prst="rect">
            <a:avLst/>
          </a:prstGeom>
          <a:noFill/>
          <a:ln/>
        </p:spPr>
        <p:txBody>
          <a:bodyPr wrap="none" lIns="0" tIns="0" rIns="0" bIns="0" rtlCol="0" anchor="t"/>
          <a:lstStyle/>
          <a:p>
            <a:pPr marL="0" indent="0" algn="ctr">
              <a:lnSpc>
                <a:spcPct val="104000"/>
              </a:lnSpc>
              <a:buNone/>
            </a:pPr>
            <a:r>
              <a:rPr lang="en-US" sz="1600" dirty="0">
                <a:solidFill>
                  <a:srgbClr val="5B5F71"/>
                </a:solidFill>
                <a:latin typeface="Instrument Sans SemiBold" pitchFamily="34" charset="0"/>
                <a:ea typeface="Instrument Sans SemiBold" pitchFamily="34" charset="-122"/>
                <a:cs typeface="Instrument Sans SemiBold" pitchFamily="34" charset="-120"/>
              </a:rPr>
              <a:t>The Bait</a:t>
            </a:r>
            <a:endParaRPr lang="en-US" sz="1600" dirty="0"/>
          </a:p>
        </p:txBody>
      </p:sp>
      <p:sp>
        <p:nvSpPr>
          <p:cNvPr id="18" name="Text 2">
            <a:extLst>
              <a:ext uri="{FF2B5EF4-FFF2-40B4-BE49-F238E27FC236}">
                <a16:creationId xmlns:a16="http://schemas.microsoft.com/office/drawing/2014/main" id="{E6B2B869-44F9-DF31-3586-993834B83DB1}"/>
              </a:ext>
            </a:extLst>
          </p:cNvPr>
          <p:cNvSpPr/>
          <p:nvPr/>
        </p:nvSpPr>
        <p:spPr>
          <a:xfrm>
            <a:off x="3961585" y="2465214"/>
            <a:ext cx="1777080" cy="229268"/>
          </a:xfrm>
          <a:prstGeom prst="rect">
            <a:avLst/>
          </a:prstGeom>
          <a:noFill/>
          <a:ln/>
        </p:spPr>
        <p:txBody>
          <a:bodyPr wrap="none" lIns="0" tIns="0" rIns="0" bIns="0" rtlCol="0" anchor="t"/>
          <a:lstStyle/>
          <a:p>
            <a:pPr marL="0" indent="0" algn="ctr">
              <a:lnSpc>
                <a:spcPct val="104000"/>
              </a:lnSpc>
              <a:buNone/>
            </a:pPr>
            <a:r>
              <a:rPr lang="en-US" sz="1600" dirty="0">
                <a:solidFill>
                  <a:srgbClr val="5B5F71"/>
                </a:solidFill>
                <a:latin typeface="Instrument Sans SemiBold" pitchFamily="34" charset="0"/>
                <a:ea typeface="Instrument Sans SemiBold" pitchFamily="34" charset="-122"/>
                <a:cs typeface="Instrument Sans SemiBold" pitchFamily="34" charset="-120"/>
              </a:rPr>
              <a:t>The Hook</a:t>
            </a:r>
            <a:endParaRPr lang="en-US" sz="1600" dirty="0"/>
          </a:p>
        </p:txBody>
      </p:sp>
      <p:sp>
        <p:nvSpPr>
          <p:cNvPr id="20" name="Text 4">
            <a:extLst>
              <a:ext uri="{FF2B5EF4-FFF2-40B4-BE49-F238E27FC236}">
                <a16:creationId xmlns:a16="http://schemas.microsoft.com/office/drawing/2014/main" id="{E8E028E0-5FAB-F64F-6852-F538BE1F00A8}"/>
              </a:ext>
            </a:extLst>
          </p:cNvPr>
          <p:cNvSpPr/>
          <p:nvPr/>
        </p:nvSpPr>
        <p:spPr>
          <a:xfrm>
            <a:off x="6861499" y="2905090"/>
            <a:ext cx="1721164" cy="229268"/>
          </a:xfrm>
          <a:prstGeom prst="rect">
            <a:avLst/>
          </a:prstGeom>
          <a:noFill/>
          <a:ln/>
        </p:spPr>
        <p:txBody>
          <a:bodyPr wrap="none" lIns="0" tIns="0" rIns="0" bIns="0" rtlCol="0" anchor="t"/>
          <a:lstStyle/>
          <a:p>
            <a:pPr marL="0" indent="0" algn="ctr">
              <a:lnSpc>
                <a:spcPct val="104000"/>
              </a:lnSpc>
              <a:buNone/>
            </a:pPr>
            <a:r>
              <a:rPr lang="en-US" sz="1600" dirty="0">
                <a:solidFill>
                  <a:srgbClr val="5B5F71"/>
                </a:solidFill>
                <a:latin typeface="Instrument Sans SemiBold" pitchFamily="34" charset="0"/>
                <a:ea typeface="Instrument Sans SemiBold" pitchFamily="34" charset="-122"/>
                <a:cs typeface="Instrument Sans SemiBold" pitchFamily="34" charset="-120"/>
              </a:rPr>
              <a:t>The Strike</a:t>
            </a:r>
            <a:endParaRPr lang="en-US" sz="1600" dirty="0"/>
          </a:p>
        </p:txBody>
      </p:sp>
      <p:sp>
        <p:nvSpPr>
          <p:cNvPr id="22" name="Text 3">
            <a:extLst>
              <a:ext uri="{FF2B5EF4-FFF2-40B4-BE49-F238E27FC236}">
                <a16:creationId xmlns:a16="http://schemas.microsoft.com/office/drawing/2014/main" id="{786D4612-836E-4364-DA5D-832D574EE086}"/>
              </a:ext>
            </a:extLst>
          </p:cNvPr>
          <p:cNvSpPr/>
          <p:nvPr/>
        </p:nvSpPr>
        <p:spPr>
          <a:xfrm>
            <a:off x="5098304" y="4246670"/>
            <a:ext cx="1721164" cy="229268"/>
          </a:xfrm>
          <a:prstGeom prst="rect">
            <a:avLst/>
          </a:prstGeom>
          <a:noFill/>
          <a:ln/>
        </p:spPr>
        <p:txBody>
          <a:bodyPr wrap="none" lIns="0" tIns="0" rIns="0" bIns="0" rtlCol="0" anchor="t"/>
          <a:lstStyle/>
          <a:p>
            <a:pPr marL="0" indent="0" algn="ctr">
              <a:lnSpc>
                <a:spcPct val="104000"/>
              </a:lnSpc>
              <a:buNone/>
            </a:pPr>
            <a:r>
              <a:rPr lang="en-US" sz="1600" dirty="0">
                <a:solidFill>
                  <a:srgbClr val="5B5F71"/>
                </a:solidFill>
                <a:latin typeface="Instrument Sans SemiBold" pitchFamily="34" charset="0"/>
                <a:ea typeface="Instrument Sans SemiBold" pitchFamily="34" charset="-122"/>
                <a:cs typeface="Instrument Sans SemiBold" pitchFamily="34" charset="-120"/>
              </a:rPr>
              <a:t>The Trap</a:t>
            </a:r>
            <a:endParaRPr lang="en-US" sz="1600" dirty="0"/>
          </a:p>
        </p:txBody>
      </p:sp>
      <p:sp>
        <p:nvSpPr>
          <p:cNvPr id="24" name="Text 5">
            <a:extLst>
              <a:ext uri="{FF2B5EF4-FFF2-40B4-BE49-F238E27FC236}">
                <a16:creationId xmlns:a16="http://schemas.microsoft.com/office/drawing/2014/main" id="{6A12AC93-767F-07FB-9403-290F31045EEC}"/>
              </a:ext>
            </a:extLst>
          </p:cNvPr>
          <p:cNvSpPr/>
          <p:nvPr/>
        </p:nvSpPr>
        <p:spPr>
          <a:xfrm>
            <a:off x="1214836" y="4952519"/>
            <a:ext cx="8608963" cy="85055"/>
          </a:xfrm>
          <a:prstGeom prst="rect">
            <a:avLst/>
          </a:prstGeom>
          <a:noFill/>
          <a:ln/>
        </p:spPr>
        <p:txBody>
          <a:bodyPr wrap="none" lIns="0" tIns="0" rIns="0" bIns="0" rtlCol="0" anchor="t"/>
          <a:lstStyle/>
          <a:p>
            <a:pPr marL="285750" indent="-285750" algn="l">
              <a:lnSpc>
                <a:spcPct val="100000"/>
              </a:lnSpc>
              <a:buFont typeface="Wingdings" panose="05000000000000000000" pitchFamily="2" charset="2"/>
              <a:buChar char="Ø"/>
            </a:pPr>
            <a:r>
              <a:rPr lang="en-US" sz="1700" dirty="0">
                <a:solidFill>
                  <a:srgbClr val="5B5F71"/>
                </a:solidFill>
                <a:latin typeface="Instrument Sans Medium" pitchFamily="34" charset="0"/>
                <a:ea typeface="Instrument Sans Medium" pitchFamily="34" charset="-122"/>
                <a:cs typeface="Instrument Sans Medium" pitchFamily="34" charset="-120"/>
              </a:rPr>
              <a:t>Every phishing attack follows a predictable pattern. </a:t>
            </a:r>
          </a:p>
          <a:p>
            <a:pPr marL="285750" indent="-285750" algn="l">
              <a:lnSpc>
                <a:spcPct val="100000"/>
              </a:lnSpc>
              <a:buFont typeface="Wingdings" panose="05000000000000000000" pitchFamily="2" charset="2"/>
              <a:buChar char="Ø"/>
            </a:pPr>
            <a:r>
              <a:rPr lang="en-US" sz="1700" dirty="0">
                <a:solidFill>
                  <a:srgbClr val="5B5F71"/>
                </a:solidFill>
                <a:latin typeface="Instrument Sans Medium" pitchFamily="34" charset="0"/>
                <a:ea typeface="Instrument Sans Medium" pitchFamily="34" charset="-122"/>
                <a:cs typeface="Instrument Sans Medium" pitchFamily="34" charset="-120"/>
              </a:rPr>
              <a:t>Recognizing each stage from the initial bait to the final strike gives you the power to </a:t>
            </a:r>
          </a:p>
          <a:p>
            <a:pPr algn="l">
              <a:lnSpc>
                <a:spcPct val="100000"/>
              </a:lnSpc>
            </a:pPr>
            <a:r>
              <a:rPr lang="en-US" sz="1700" dirty="0">
                <a:solidFill>
                  <a:srgbClr val="5B5F71"/>
                </a:solidFill>
                <a:latin typeface="Instrument Sans Medium" pitchFamily="34" charset="0"/>
                <a:ea typeface="Instrument Sans Medium" pitchFamily="34" charset="-122"/>
                <a:cs typeface="Instrument Sans Medium" pitchFamily="34" charset="-120"/>
              </a:rPr>
              <a:t>     break the chain before damage is done.</a:t>
            </a:r>
            <a:endParaRPr lang="en-US" sz="1700" dirty="0"/>
          </a:p>
        </p:txBody>
      </p:sp>
    </p:spTree>
    <p:extLst>
      <p:ext uri="{BB962C8B-B14F-4D97-AF65-F5344CB8AC3E}">
        <p14:creationId xmlns:p14="http://schemas.microsoft.com/office/powerpoint/2010/main" val="3575198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F2B97-2689-20FA-991F-9DF5364BA41C}"/>
              </a:ext>
            </a:extLst>
          </p:cNvPr>
          <p:cNvSpPr>
            <a:spLocks noGrp="1"/>
          </p:cNvSpPr>
          <p:nvPr>
            <p:ph type="ctrTitle"/>
          </p:nvPr>
        </p:nvSpPr>
        <p:spPr>
          <a:xfrm>
            <a:off x="1298345" y="887117"/>
            <a:ext cx="7766936" cy="1646302"/>
          </a:xfrm>
        </p:spPr>
        <p:txBody>
          <a:bodyPr/>
          <a:lstStyle/>
          <a:p>
            <a:pPr algn="l"/>
            <a:r>
              <a:rPr lang="en-IN" sz="4800" dirty="0">
                <a:solidFill>
                  <a:srgbClr val="505468"/>
                </a:solidFill>
              </a:rPr>
              <a:t>How to identify Fake websites?</a:t>
            </a:r>
          </a:p>
        </p:txBody>
      </p:sp>
      <p:sp>
        <p:nvSpPr>
          <p:cNvPr id="3" name="Subtitle 2">
            <a:extLst>
              <a:ext uri="{FF2B5EF4-FFF2-40B4-BE49-F238E27FC236}">
                <a16:creationId xmlns:a16="http://schemas.microsoft.com/office/drawing/2014/main" id="{9EC47740-760A-C84C-5C23-2B6B7A182401}"/>
              </a:ext>
            </a:extLst>
          </p:cNvPr>
          <p:cNvSpPr>
            <a:spLocks noGrp="1"/>
          </p:cNvSpPr>
          <p:nvPr>
            <p:ph type="subTitle" idx="1"/>
          </p:nvPr>
        </p:nvSpPr>
        <p:spPr>
          <a:xfrm>
            <a:off x="1298345" y="2778624"/>
            <a:ext cx="7766936" cy="3562541"/>
          </a:xfrm>
        </p:spPr>
        <p:txBody>
          <a:bodyPr>
            <a:normAutofit/>
          </a:bodyPr>
          <a:lstStyle/>
          <a:p>
            <a:pPr marL="285750" indent="-285750" algn="l">
              <a:buFont typeface="Arial" panose="020B0604020202020204" pitchFamily="34" charset="0"/>
              <a:buChar char="•"/>
            </a:pPr>
            <a:r>
              <a:rPr lang="en-IN" dirty="0"/>
              <a:t>Use names that look very similar to real brands.</a:t>
            </a:r>
          </a:p>
          <a:p>
            <a:pPr marL="285750" indent="-285750" algn="l">
              <a:buFont typeface="Arial" panose="020B0604020202020204" pitchFamily="34" charset="0"/>
              <a:buChar char="•"/>
            </a:pPr>
            <a:r>
              <a:rPr lang="en-IN" dirty="0"/>
              <a:t>Have unusual URLs.</a:t>
            </a:r>
          </a:p>
          <a:p>
            <a:pPr marL="285750" indent="-285750" algn="l">
              <a:buFont typeface="Arial" panose="020B0604020202020204" pitchFamily="34" charset="0"/>
              <a:buChar char="•"/>
            </a:pPr>
            <a:r>
              <a:rPr lang="en-IN" dirty="0"/>
              <a:t>Ask for login details immediately.</a:t>
            </a:r>
          </a:p>
          <a:p>
            <a:pPr marL="285750" indent="-285750" algn="l">
              <a:buFont typeface="Arial" panose="020B0604020202020204" pitchFamily="34" charset="0"/>
              <a:buChar char="•"/>
            </a:pPr>
            <a:r>
              <a:rPr lang="en-IN" dirty="0"/>
              <a:t>Show poor design or broken pages.</a:t>
            </a:r>
          </a:p>
          <a:p>
            <a:pPr marL="285750" indent="-285750" algn="l">
              <a:buFont typeface="Arial" panose="020B0604020202020204" pitchFamily="34" charset="0"/>
              <a:buChar char="•"/>
            </a:pPr>
            <a:r>
              <a:rPr lang="en-IN" dirty="0"/>
              <a:t>Have no proper security or contact information.</a:t>
            </a:r>
          </a:p>
          <a:p>
            <a:pPr algn="l"/>
            <a:endParaRPr lang="en-IN" b="1" dirty="0"/>
          </a:p>
          <a:p>
            <a:pPr algn="l"/>
            <a:endParaRPr lang="en-IN" dirty="0"/>
          </a:p>
        </p:txBody>
      </p:sp>
    </p:spTree>
    <p:extLst>
      <p:ext uri="{BB962C8B-B14F-4D97-AF65-F5344CB8AC3E}">
        <p14:creationId xmlns:p14="http://schemas.microsoft.com/office/powerpoint/2010/main" val="274581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FE0DB-A3F1-1E35-C3BD-74B45A6451FA}"/>
              </a:ext>
            </a:extLst>
          </p:cNvPr>
          <p:cNvSpPr>
            <a:spLocks noGrp="1"/>
          </p:cNvSpPr>
          <p:nvPr>
            <p:ph type="ctrTitle"/>
          </p:nvPr>
        </p:nvSpPr>
        <p:spPr>
          <a:xfrm>
            <a:off x="1535347" y="811401"/>
            <a:ext cx="7766936" cy="1646302"/>
          </a:xfrm>
        </p:spPr>
        <p:txBody>
          <a:bodyPr/>
          <a:lstStyle/>
          <a:p>
            <a:pPr algn="l"/>
            <a:r>
              <a:rPr lang="en-IN" sz="4800" dirty="0">
                <a:solidFill>
                  <a:srgbClr val="505468"/>
                </a:solidFill>
              </a:rPr>
              <a:t>How to stay </a:t>
            </a:r>
            <a:br>
              <a:rPr lang="en-IN" sz="4800" dirty="0">
                <a:solidFill>
                  <a:srgbClr val="505468"/>
                </a:solidFill>
              </a:rPr>
            </a:br>
            <a:r>
              <a:rPr lang="en-IN" sz="4800" dirty="0">
                <a:solidFill>
                  <a:srgbClr val="505468"/>
                </a:solidFill>
              </a:rPr>
              <a:t>safe?</a:t>
            </a:r>
          </a:p>
        </p:txBody>
      </p:sp>
      <p:sp>
        <p:nvSpPr>
          <p:cNvPr id="3" name="Subtitle 2">
            <a:extLst>
              <a:ext uri="{FF2B5EF4-FFF2-40B4-BE49-F238E27FC236}">
                <a16:creationId xmlns:a16="http://schemas.microsoft.com/office/drawing/2014/main" id="{481AB2F4-907D-D4D4-8386-FF319CF993CF}"/>
              </a:ext>
            </a:extLst>
          </p:cNvPr>
          <p:cNvSpPr>
            <a:spLocks noGrp="1"/>
          </p:cNvSpPr>
          <p:nvPr>
            <p:ph type="subTitle" idx="1"/>
          </p:nvPr>
        </p:nvSpPr>
        <p:spPr>
          <a:xfrm>
            <a:off x="1535347" y="2457703"/>
            <a:ext cx="7766936" cy="3971377"/>
          </a:xfrm>
        </p:spPr>
        <p:txBody>
          <a:bodyPr/>
          <a:lstStyle/>
          <a:p>
            <a:pPr algn="l"/>
            <a:r>
              <a:rPr lang="en-IN" sz="1900" dirty="0"/>
              <a:t>Follow these rules:</a:t>
            </a:r>
          </a:p>
          <a:p>
            <a:pPr marL="1200150" lvl="2" indent="-285750" algn="l">
              <a:buFont typeface="Arial" panose="020B0604020202020204" pitchFamily="34" charset="0"/>
              <a:buChar char="•"/>
            </a:pPr>
            <a:r>
              <a:rPr lang="en-IN" sz="1800" dirty="0"/>
              <a:t>Do not click suspicious links.</a:t>
            </a:r>
          </a:p>
          <a:p>
            <a:pPr marL="1200150" lvl="2" indent="-285750" algn="l">
              <a:buFont typeface="Arial" panose="020B0604020202020204" pitchFamily="34" charset="0"/>
              <a:buChar char="•"/>
            </a:pPr>
            <a:r>
              <a:rPr lang="en-IN" sz="1800" dirty="0"/>
              <a:t>Check the sender carefully.</a:t>
            </a:r>
          </a:p>
          <a:p>
            <a:pPr marL="1200150" lvl="2" indent="-285750" algn="l">
              <a:buFont typeface="Arial" panose="020B0604020202020204" pitchFamily="34" charset="0"/>
              <a:buChar char="•"/>
            </a:pPr>
            <a:r>
              <a:rPr lang="en-IN" sz="1800" dirty="0"/>
              <a:t>Visit websites directly instead of using message links.</a:t>
            </a:r>
          </a:p>
          <a:p>
            <a:pPr marL="1200150" lvl="2" indent="-285750" algn="l">
              <a:buFont typeface="Arial" panose="020B0604020202020204" pitchFamily="34" charset="0"/>
              <a:buChar char="•"/>
            </a:pPr>
            <a:r>
              <a:rPr lang="en-IN" sz="1800" dirty="0"/>
              <a:t>Never share OTPs or passwords.</a:t>
            </a:r>
          </a:p>
          <a:p>
            <a:pPr marL="1200150" lvl="2" indent="-285750" algn="l">
              <a:buFont typeface="Arial" panose="020B0604020202020204" pitchFamily="34" charset="0"/>
              <a:buChar char="•"/>
            </a:pPr>
            <a:r>
              <a:rPr lang="en-IN" sz="1800" dirty="0"/>
              <a:t>Use strong passwords.</a:t>
            </a:r>
          </a:p>
          <a:p>
            <a:pPr marL="1200150" lvl="2" indent="-285750" algn="l">
              <a:buFont typeface="Arial" panose="020B0604020202020204" pitchFamily="34" charset="0"/>
              <a:buChar char="•"/>
            </a:pPr>
            <a:r>
              <a:rPr lang="en-IN" sz="1800" dirty="0"/>
              <a:t>Turn on two-factor authentication.</a:t>
            </a:r>
          </a:p>
          <a:p>
            <a:pPr algn="l"/>
            <a:endParaRPr lang="en-IN" dirty="0"/>
          </a:p>
        </p:txBody>
      </p:sp>
    </p:spTree>
    <p:extLst>
      <p:ext uri="{BB962C8B-B14F-4D97-AF65-F5344CB8AC3E}">
        <p14:creationId xmlns:p14="http://schemas.microsoft.com/office/powerpoint/2010/main" val="3663761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0658E-BC4F-31EA-A8B7-7C634CDFC8CB}"/>
              </a:ext>
            </a:extLst>
          </p:cNvPr>
          <p:cNvSpPr>
            <a:spLocks noGrp="1"/>
          </p:cNvSpPr>
          <p:nvPr>
            <p:ph type="ctrTitle"/>
          </p:nvPr>
        </p:nvSpPr>
        <p:spPr>
          <a:xfrm>
            <a:off x="1195982" y="1103635"/>
            <a:ext cx="7766936" cy="1646302"/>
          </a:xfrm>
        </p:spPr>
        <p:txBody>
          <a:bodyPr/>
          <a:lstStyle/>
          <a:p>
            <a:pPr algn="l"/>
            <a:r>
              <a:rPr lang="en-IN" dirty="0">
                <a:solidFill>
                  <a:srgbClr val="505468"/>
                </a:solidFill>
              </a:rPr>
              <a:t>Conclusion</a:t>
            </a:r>
          </a:p>
        </p:txBody>
      </p:sp>
      <p:sp>
        <p:nvSpPr>
          <p:cNvPr id="3" name="Subtitle 2">
            <a:extLst>
              <a:ext uri="{FF2B5EF4-FFF2-40B4-BE49-F238E27FC236}">
                <a16:creationId xmlns:a16="http://schemas.microsoft.com/office/drawing/2014/main" id="{39081653-2422-9F70-438C-5E83BB9B49C8}"/>
              </a:ext>
            </a:extLst>
          </p:cNvPr>
          <p:cNvSpPr>
            <a:spLocks noGrp="1"/>
          </p:cNvSpPr>
          <p:nvPr>
            <p:ph type="subTitle" idx="1"/>
          </p:nvPr>
        </p:nvSpPr>
        <p:spPr>
          <a:xfrm>
            <a:off x="1799298" y="3089300"/>
            <a:ext cx="7766936" cy="2057736"/>
          </a:xfrm>
        </p:spPr>
        <p:txBody>
          <a:bodyPr>
            <a:normAutofit/>
          </a:bodyPr>
          <a:lstStyle/>
          <a:p>
            <a:pPr marL="285750" indent="-285750" algn="l">
              <a:buFont typeface="Wingdings" panose="05000000000000000000" pitchFamily="2" charset="2"/>
              <a:buChar char="Ø"/>
            </a:pPr>
            <a:r>
              <a:rPr lang="en-IN" dirty="0"/>
              <a:t>Phishing is one of the most common cyber threats. Careful checking, safe browsing habits, and strong passwords can protect users from many attacks.</a:t>
            </a:r>
          </a:p>
        </p:txBody>
      </p:sp>
    </p:spTree>
    <p:extLst>
      <p:ext uri="{BB962C8B-B14F-4D97-AF65-F5344CB8AC3E}">
        <p14:creationId xmlns:p14="http://schemas.microsoft.com/office/powerpoint/2010/main" val="3606043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F45D9-09A7-C46C-2B51-DDF902374F60}"/>
              </a:ext>
            </a:extLst>
          </p:cNvPr>
          <p:cNvSpPr>
            <a:spLocks noGrp="1"/>
          </p:cNvSpPr>
          <p:nvPr>
            <p:ph type="ctrTitle"/>
          </p:nvPr>
        </p:nvSpPr>
        <p:spPr>
          <a:xfrm>
            <a:off x="1337384" y="614558"/>
            <a:ext cx="7766936" cy="1646302"/>
          </a:xfrm>
        </p:spPr>
        <p:txBody>
          <a:bodyPr/>
          <a:lstStyle/>
          <a:p>
            <a:pPr algn="l"/>
            <a:r>
              <a:rPr lang="en-IN" dirty="0">
                <a:solidFill>
                  <a:srgbClr val="505468"/>
                </a:solidFill>
              </a:rPr>
              <a:t>Quiz</a:t>
            </a:r>
          </a:p>
        </p:txBody>
      </p:sp>
      <p:sp>
        <p:nvSpPr>
          <p:cNvPr id="3" name="Subtitle 2">
            <a:extLst>
              <a:ext uri="{FF2B5EF4-FFF2-40B4-BE49-F238E27FC236}">
                <a16:creationId xmlns:a16="http://schemas.microsoft.com/office/drawing/2014/main" id="{468CFE48-3A33-067B-3936-A1BFE8E9D7A7}"/>
              </a:ext>
            </a:extLst>
          </p:cNvPr>
          <p:cNvSpPr>
            <a:spLocks noGrp="1"/>
          </p:cNvSpPr>
          <p:nvPr>
            <p:ph type="subTitle" idx="1"/>
          </p:nvPr>
        </p:nvSpPr>
        <p:spPr>
          <a:xfrm>
            <a:off x="1950127" y="1958082"/>
            <a:ext cx="7766936" cy="3820549"/>
          </a:xfrm>
        </p:spPr>
        <p:txBody>
          <a:bodyPr>
            <a:normAutofit/>
          </a:bodyPr>
          <a:lstStyle/>
          <a:p>
            <a:pPr algn="l"/>
            <a:r>
              <a:rPr lang="en-IN" sz="2000" dirty="0"/>
              <a:t> </a:t>
            </a:r>
          </a:p>
          <a:p>
            <a:pPr algn="l"/>
            <a:r>
              <a:rPr lang="en-IN" sz="2000" dirty="0"/>
              <a:t>What is phishing?</a:t>
            </a:r>
          </a:p>
          <a:p>
            <a:pPr algn="l"/>
            <a:r>
              <a:rPr lang="en-IN" sz="2000" dirty="0"/>
              <a:t>Name one sign of a fake email.</a:t>
            </a:r>
          </a:p>
          <a:p>
            <a:pPr algn="l"/>
            <a:r>
              <a:rPr lang="en-IN" sz="2000" dirty="0"/>
              <a:t>Should you share OTPs with anyone?</a:t>
            </a:r>
          </a:p>
          <a:p>
            <a:pPr algn="l"/>
            <a:r>
              <a:rPr lang="en-IN" sz="2000" dirty="0"/>
              <a:t>What should you do before clicking a link?</a:t>
            </a:r>
          </a:p>
          <a:p>
            <a:pPr algn="l"/>
            <a:r>
              <a:rPr lang="en-IN" sz="2000" dirty="0"/>
              <a:t>Why do attackers use urgency in messages?</a:t>
            </a:r>
          </a:p>
          <a:p>
            <a:pPr algn="l"/>
            <a:endParaRPr lang="en-IN" sz="2000" dirty="0"/>
          </a:p>
        </p:txBody>
      </p:sp>
      <p:pic>
        <p:nvPicPr>
          <p:cNvPr id="7" name="Image 0" descr="preencoded.png">
            <a:extLst>
              <a:ext uri="{FF2B5EF4-FFF2-40B4-BE49-F238E27FC236}">
                <a16:creationId xmlns:a16="http://schemas.microsoft.com/office/drawing/2014/main" id="{F1563A5C-6031-FA3B-6552-F9909A11B2DA}"/>
              </a:ext>
            </a:extLst>
          </p:cNvPr>
          <p:cNvPicPr>
            <a:picLocks noChangeAspect="1"/>
          </p:cNvPicPr>
          <p:nvPr/>
        </p:nvPicPr>
        <p:blipFill>
          <a:blip r:embed="rId2"/>
          <a:stretch>
            <a:fillRect/>
          </a:stretch>
        </p:blipFill>
        <p:spPr>
          <a:xfrm>
            <a:off x="1538770" y="2482922"/>
            <a:ext cx="266532" cy="213144"/>
          </a:xfrm>
          <a:prstGeom prst="rect">
            <a:avLst/>
          </a:prstGeom>
        </p:spPr>
      </p:pic>
      <p:pic>
        <p:nvPicPr>
          <p:cNvPr id="15" name="Image 0" descr="preencoded.png">
            <a:extLst>
              <a:ext uri="{FF2B5EF4-FFF2-40B4-BE49-F238E27FC236}">
                <a16:creationId xmlns:a16="http://schemas.microsoft.com/office/drawing/2014/main" id="{F463FFB8-95FD-9A97-07C5-081370F1DC86}"/>
              </a:ext>
            </a:extLst>
          </p:cNvPr>
          <p:cNvPicPr>
            <a:picLocks noChangeAspect="1"/>
          </p:cNvPicPr>
          <p:nvPr/>
        </p:nvPicPr>
        <p:blipFill>
          <a:blip r:embed="rId2"/>
          <a:stretch>
            <a:fillRect/>
          </a:stretch>
        </p:blipFill>
        <p:spPr>
          <a:xfrm>
            <a:off x="1540338" y="2927554"/>
            <a:ext cx="266532" cy="213144"/>
          </a:xfrm>
          <a:prstGeom prst="rect">
            <a:avLst/>
          </a:prstGeom>
        </p:spPr>
      </p:pic>
      <p:pic>
        <p:nvPicPr>
          <p:cNvPr id="17" name="Image 0" descr="preencoded.png">
            <a:extLst>
              <a:ext uri="{FF2B5EF4-FFF2-40B4-BE49-F238E27FC236}">
                <a16:creationId xmlns:a16="http://schemas.microsoft.com/office/drawing/2014/main" id="{092F61A2-36D6-4B33-6A01-E55E010AC844}"/>
              </a:ext>
            </a:extLst>
          </p:cNvPr>
          <p:cNvPicPr>
            <a:picLocks noChangeAspect="1"/>
          </p:cNvPicPr>
          <p:nvPr/>
        </p:nvPicPr>
        <p:blipFill>
          <a:blip r:embed="rId2"/>
          <a:stretch>
            <a:fillRect/>
          </a:stretch>
        </p:blipFill>
        <p:spPr>
          <a:xfrm>
            <a:off x="1541907" y="3362755"/>
            <a:ext cx="266532" cy="213144"/>
          </a:xfrm>
          <a:prstGeom prst="rect">
            <a:avLst/>
          </a:prstGeom>
        </p:spPr>
      </p:pic>
      <p:pic>
        <p:nvPicPr>
          <p:cNvPr id="19" name="Image 0" descr="preencoded.png">
            <a:extLst>
              <a:ext uri="{FF2B5EF4-FFF2-40B4-BE49-F238E27FC236}">
                <a16:creationId xmlns:a16="http://schemas.microsoft.com/office/drawing/2014/main" id="{38584C2A-E693-2ADF-E502-4F9D85B20BD3}"/>
              </a:ext>
            </a:extLst>
          </p:cNvPr>
          <p:cNvPicPr>
            <a:picLocks noChangeAspect="1"/>
          </p:cNvPicPr>
          <p:nvPr/>
        </p:nvPicPr>
        <p:blipFill>
          <a:blip r:embed="rId2"/>
          <a:stretch>
            <a:fillRect/>
          </a:stretch>
        </p:blipFill>
        <p:spPr>
          <a:xfrm>
            <a:off x="1543482" y="3807392"/>
            <a:ext cx="266532" cy="213144"/>
          </a:xfrm>
          <a:prstGeom prst="rect">
            <a:avLst/>
          </a:prstGeom>
        </p:spPr>
      </p:pic>
      <p:pic>
        <p:nvPicPr>
          <p:cNvPr id="21" name="Image 0" descr="preencoded.png">
            <a:extLst>
              <a:ext uri="{FF2B5EF4-FFF2-40B4-BE49-F238E27FC236}">
                <a16:creationId xmlns:a16="http://schemas.microsoft.com/office/drawing/2014/main" id="{84C7076A-C659-A1A1-7113-085EDCF3D34C}"/>
              </a:ext>
            </a:extLst>
          </p:cNvPr>
          <p:cNvPicPr>
            <a:picLocks noChangeAspect="1"/>
          </p:cNvPicPr>
          <p:nvPr/>
        </p:nvPicPr>
        <p:blipFill>
          <a:blip r:embed="rId2"/>
          <a:stretch>
            <a:fillRect/>
          </a:stretch>
        </p:blipFill>
        <p:spPr>
          <a:xfrm>
            <a:off x="1545049" y="4233169"/>
            <a:ext cx="266532" cy="213144"/>
          </a:xfrm>
          <a:prstGeom prst="rect">
            <a:avLst/>
          </a:prstGeom>
        </p:spPr>
      </p:pic>
    </p:spTree>
    <p:extLst>
      <p:ext uri="{BB962C8B-B14F-4D97-AF65-F5344CB8AC3E}">
        <p14:creationId xmlns:p14="http://schemas.microsoft.com/office/powerpoint/2010/main" val="733288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74</TotalTime>
  <Words>425</Words>
  <Application>Microsoft Office PowerPoint</Application>
  <PresentationFormat>Widescreen</PresentationFormat>
  <Paragraphs>59</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Instrument Sans Medium</vt:lpstr>
      <vt:lpstr>Instrument Sans SemiBold</vt:lpstr>
      <vt:lpstr>Trebuchet MS</vt:lpstr>
      <vt:lpstr>Trebuchet MS (Body)</vt:lpstr>
      <vt:lpstr>Wingdings</vt:lpstr>
      <vt:lpstr>Wingdings 3</vt:lpstr>
      <vt:lpstr>Facet</vt:lpstr>
      <vt:lpstr>Defending Against  Phishing Attacks</vt:lpstr>
      <vt:lpstr>PowerPoint Presentation</vt:lpstr>
      <vt:lpstr>Why phishing is  dangerous?</vt:lpstr>
      <vt:lpstr>How to recognize  phishing?</vt:lpstr>
      <vt:lpstr>Understanding Social  Engineering</vt:lpstr>
      <vt:lpstr>Anatomy of a Phishing  Attack</vt:lpstr>
      <vt:lpstr>How to identify Fake websites?</vt:lpstr>
      <vt:lpstr>How to stay  safe?</vt:lpstr>
      <vt:lpstr>Conclusion</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rasika shinde</dc:creator>
  <cp:lastModifiedBy>rasika shinde</cp:lastModifiedBy>
  <cp:revision>1</cp:revision>
  <dcterms:created xsi:type="dcterms:W3CDTF">2026-07-09T10:24:53Z</dcterms:created>
  <dcterms:modified xsi:type="dcterms:W3CDTF">2026-07-09T11:39:50Z</dcterms:modified>
</cp:coreProperties>
</file>